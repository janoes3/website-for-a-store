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2"/>
  </p:notesMasterIdLst>
  <p:sldIdLst>
    <p:sldId id="256" r:id="rId2"/>
    <p:sldId id="264" r:id="rId3"/>
    <p:sldId id="266" r:id="rId4"/>
    <p:sldId id="265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8" r:id="rId16"/>
    <p:sldId id="257" r:id="rId17"/>
    <p:sldId id="280" r:id="rId18"/>
    <p:sldId id="258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59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60" r:id="rId36"/>
    <p:sldId id="261" r:id="rId37"/>
    <p:sldId id="299" r:id="rId38"/>
    <p:sldId id="262" r:id="rId39"/>
    <p:sldId id="300" r:id="rId40"/>
    <p:sldId id="263" r:id="rId4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E6CF47-A016-4C73-9810-9040C9F0FDB0}" v="108" dt="2026-01-18T17:42:54.121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83530" autoAdjust="0"/>
  </p:normalViewPr>
  <p:slideViewPr>
    <p:cSldViewPr snapToGrid="0">
      <p:cViewPr varScale="1">
        <p:scale>
          <a:sx n="80" d="100"/>
          <a:sy n="80" d="100"/>
        </p:scale>
        <p:origin x="102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sten Hollister" userId="f82291c8-99d5-47cd-8c9c-47767899496e" providerId="ADAL" clId="{11290D5E-812C-4B2B-94A2-2A1BD01151B4}"/>
    <pc:docChg chg="undo custSel addSld delSld modSld sldOrd">
      <pc:chgData name="Kirsten Hollister" userId="f82291c8-99d5-47cd-8c9c-47767899496e" providerId="ADAL" clId="{11290D5E-812C-4B2B-94A2-2A1BD01151B4}" dt="2026-01-18T18:11:42.572" v="1623" actId="20577"/>
      <pc:docMkLst>
        <pc:docMk/>
      </pc:docMkLst>
      <pc:sldChg chg="modSp mod">
        <pc:chgData name="Kirsten Hollister" userId="f82291c8-99d5-47cd-8c9c-47767899496e" providerId="ADAL" clId="{11290D5E-812C-4B2B-94A2-2A1BD01151B4}" dt="2026-01-17T07:23:05.841" v="43" actId="20577"/>
        <pc:sldMkLst>
          <pc:docMk/>
          <pc:sldMk cId="109857222" sldId="256"/>
        </pc:sldMkLst>
        <pc:spChg chg="mod">
          <ac:chgData name="Kirsten Hollister" userId="f82291c8-99d5-47cd-8c9c-47767899496e" providerId="ADAL" clId="{11290D5E-812C-4B2B-94A2-2A1BD01151B4}" dt="2026-01-17T07:22:57.417" v="4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Kirsten Hollister" userId="f82291c8-99d5-47cd-8c9c-47767899496e" providerId="ADAL" clId="{11290D5E-812C-4B2B-94A2-2A1BD01151B4}" dt="2026-01-17T07:23:05.841" v="43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 new mod">
        <pc:chgData name="Kirsten Hollister" userId="f82291c8-99d5-47cd-8c9c-47767899496e" providerId="ADAL" clId="{11290D5E-812C-4B2B-94A2-2A1BD01151B4}" dt="2026-01-17T07:32:55.972" v="55"/>
        <pc:sldMkLst>
          <pc:docMk/>
          <pc:sldMk cId="2370668961" sldId="257"/>
        </pc:sldMkLst>
        <pc:spChg chg="mod">
          <ac:chgData name="Kirsten Hollister" userId="f82291c8-99d5-47cd-8c9c-47767899496e" providerId="ADAL" clId="{11290D5E-812C-4B2B-94A2-2A1BD01151B4}" dt="2026-01-17T07:32:55.972" v="55"/>
          <ac:spMkLst>
            <pc:docMk/>
            <pc:sldMk cId="2370668961" sldId="257"/>
            <ac:spMk id="2" creationId="{C44DCF81-F16C-1EC1-A535-BE7966AB9DA3}"/>
          </ac:spMkLst>
        </pc:spChg>
        <pc:spChg chg="mod">
          <ac:chgData name="Kirsten Hollister" userId="f82291c8-99d5-47cd-8c9c-47767899496e" providerId="ADAL" clId="{11290D5E-812C-4B2B-94A2-2A1BD01151B4}" dt="2026-01-17T07:32:46.143" v="52" actId="20577"/>
          <ac:spMkLst>
            <pc:docMk/>
            <pc:sldMk cId="2370668961" sldId="257"/>
            <ac:spMk id="3" creationId="{6BC9A279-8EF6-9233-A33B-7790FA45E79F}"/>
          </ac:spMkLst>
        </pc:spChg>
        <pc:graphicFrameChg chg="add mod">
          <ac:chgData name="Kirsten Hollister" userId="f82291c8-99d5-47cd-8c9c-47767899496e" providerId="ADAL" clId="{11290D5E-812C-4B2B-94A2-2A1BD01151B4}" dt="2026-01-17T07:32:51.946" v="53"/>
          <ac:graphicFrameMkLst>
            <pc:docMk/>
            <pc:sldMk cId="2370668961" sldId="257"/>
            <ac:graphicFrameMk id="4" creationId="{59717B0C-1E43-8EB3-3A78-59AAEAF8249A}"/>
          </ac:graphicFrameMkLst>
        </pc:graphicFrameChg>
      </pc:sldChg>
      <pc:sldChg chg="modSp new mod">
        <pc:chgData name="Kirsten Hollister" userId="f82291c8-99d5-47cd-8c9c-47767899496e" providerId="ADAL" clId="{11290D5E-812C-4B2B-94A2-2A1BD01151B4}" dt="2026-01-17T07:33:11.218" v="63" actId="20577"/>
        <pc:sldMkLst>
          <pc:docMk/>
          <pc:sldMk cId="2671388229" sldId="258"/>
        </pc:sldMkLst>
        <pc:spChg chg="mod">
          <ac:chgData name="Kirsten Hollister" userId="f82291c8-99d5-47cd-8c9c-47767899496e" providerId="ADAL" clId="{11290D5E-812C-4B2B-94A2-2A1BD01151B4}" dt="2026-01-17T07:33:04.705" v="57"/>
          <ac:spMkLst>
            <pc:docMk/>
            <pc:sldMk cId="2671388229" sldId="258"/>
            <ac:spMk id="2" creationId="{86B12C1E-0C4A-1B13-922D-27891418D093}"/>
          </ac:spMkLst>
        </pc:spChg>
        <pc:spChg chg="mod">
          <ac:chgData name="Kirsten Hollister" userId="f82291c8-99d5-47cd-8c9c-47767899496e" providerId="ADAL" clId="{11290D5E-812C-4B2B-94A2-2A1BD01151B4}" dt="2026-01-17T07:33:11.218" v="63" actId="20577"/>
          <ac:spMkLst>
            <pc:docMk/>
            <pc:sldMk cId="2671388229" sldId="258"/>
            <ac:spMk id="3" creationId="{4D128178-A374-8C19-A1F1-097EA7281F36}"/>
          </ac:spMkLst>
        </pc:spChg>
      </pc:sldChg>
      <pc:sldChg chg="modSp new mod">
        <pc:chgData name="Kirsten Hollister" userId="f82291c8-99d5-47cd-8c9c-47767899496e" providerId="ADAL" clId="{11290D5E-812C-4B2B-94A2-2A1BD01151B4}" dt="2026-01-17T07:33:22.620" v="75" actId="20577"/>
        <pc:sldMkLst>
          <pc:docMk/>
          <pc:sldMk cId="83619602" sldId="259"/>
        </pc:sldMkLst>
        <pc:spChg chg="mod">
          <ac:chgData name="Kirsten Hollister" userId="f82291c8-99d5-47cd-8c9c-47767899496e" providerId="ADAL" clId="{11290D5E-812C-4B2B-94A2-2A1BD01151B4}" dt="2026-01-17T07:33:18.337" v="65"/>
          <ac:spMkLst>
            <pc:docMk/>
            <pc:sldMk cId="83619602" sldId="259"/>
            <ac:spMk id="2" creationId="{DA25AD4A-9E29-94F4-DF39-BF8E2C353766}"/>
          </ac:spMkLst>
        </pc:spChg>
        <pc:spChg chg="mod">
          <ac:chgData name="Kirsten Hollister" userId="f82291c8-99d5-47cd-8c9c-47767899496e" providerId="ADAL" clId="{11290D5E-812C-4B2B-94A2-2A1BD01151B4}" dt="2026-01-17T07:33:22.620" v="75" actId="20577"/>
          <ac:spMkLst>
            <pc:docMk/>
            <pc:sldMk cId="83619602" sldId="259"/>
            <ac:spMk id="3" creationId="{5F01055F-8131-61C5-2345-5B40BB6D3270}"/>
          </ac:spMkLst>
        </pc:spChg>
      </pc:sldChg>
      <pc:sldChg chg="addSp modSp new mod setBg">
        <pc:chgData name="Kirsten Hollister" userId="f82291c8-99d5-47cd-8c9c-47767899496e" providerId="ADAL" clId="{11290D5E-812C-4B2B-94A2-2A1BD01151B4}" dt="2026-01-17T07:33:43.187" v="93" actId="26606"/>
        <pc:sldMkLst>
          <pc:docMk/>
          <pc:sldMk cId="4199394583" sldId="260"/>
        </pc:sldMkLst>
        <pc:spChg chg="mod">
          <ac:chgData name="Kirsten Hollister" userId="f82291c8-99d5-47cd-8c9c-47767899496e" providerId="ADAL" clId="{11290D5E-812C-4B2B-94A2-2A1BD01151B4}" dt="2026-01-17T07:33:43.187" v="93" actId="26606"/>
          <ac:spMkLst>
            <pc:docMk/>
            <pc:sldMk cId="4199394583" sldId="260"/>
            <ac:spMk id="2" creationId="{872E01F8-7E38-1994-1617-FDDBBB3F2E51}"/>
          </ac:spMkLst>
        </pc:spChg>
        <pc:spChg chg="mod">
          <ac:chgData name="Kirsten Hollister" userId="f82291c8-99d5-47cd-8c9c-47767899496e" providerId="ADAL" clId="{11290D5E-812C-4B2B-94A2-2A1BD01151B4}" dt="2026-01-17T07:33:43.187" v="93" actId="26606"/>
          <ac:spMkLst>
            <pc:docMk/>
            <pc:sldMk cId="4199394583" sldId="260"/>
            <ac:spMk id="3" creationId="{979D280A-4BA1-3E23-67F0-56CDFB9550DA}"/>
          </ac:spMkLst>
        </pc:spChg>
        <pc:spChg chg="add">
          <ac:chgData name="Kirsten Hollister" userId="f82291c8-99d5-47cd-8c9c-47767899496e" providerId="ADAL" clId="{11290D5E-812C-4B2B-94A2-2A1BD01151B4}" dt="2026-01-17T07:33:43.187" v="93" actId="26606"/>
          <ac:spMkLst>
            <pc:docMk/>
            <pc:sldMk cId="4199394583" sldId="260"/>
            <ac:spMk id="8" creationId="{00C4F1C3-3ADD-491F-8C66-57912A242177}"/>
          </ac:spMkLst>
        </pc:spChg>
        <pc:spChg chg="add">
          <ac:chgData name="Kirsten Hollister" userId="f82291c8-99d5-47cd-8c9c-47767899496e" providerId="ADAL" clId="{11290D5E-812C-4B2B-94A2-2A1BD01151B4}" dt="2026-01-17T07:33:43.187" v="93" actId="26606"/>
          <ac:spMkLst>
            <pc:docMk/>
            <pc:sldMk cId="4199394583" sldId="260"/>
            <ac:spMk id="10" creationId="{0B323FE0-DFB0-4368-A3C2-FC1402A98C03}"/>
          </ac:spMkLst>
        </pc:spChg>
        <pc:spChg chg="add">
          <ac:chgData name="Kirsten Hollister" userId="f82291c8-99d5-47cd-8c9c-47767899496e" providerId="ADAL" clId="{11290D5E-812C-4B2B-94A2-2A1BD01151B4}" dt="2026-01-17T07:33:43.187" v="93" actId="26606"/>
          <ac:spMkLst>
            <pc:docMk/>
            <pc:sldMk cId="4199394583" sldId="260"/>
            <ac:spMk id="14" creationId="{8A566188-DA61-435D-B7D6-F237748F153D}"/>
          </ac:spMkLst>
        </pc:spChg>
        <pc:spChg chg="add">
          <ac:chgData name="Kirsten Hollister" userId="f82291c8-99d5-47cd-8c9c-47767899496e" providerId="ADAL" clId="{11290D5E-812C-4B2B-94A2-2A1BD01151B4}" dt="2026-01-17T07:33:43.187" v="93" actId="26606"/>
          <ac:spMkLst>
            <pc:docMk/>
            <pc:sldMk cId="4199394583" sldId="260"/>
            <ac:spMk id="16" creationId="{59CDD208-D64E-4053-BB7E-A9CF89D127A8}"/>
          </ac:spMkLst>
        </pc:spChg>
        <pc:cxnChg chg="add">
          <ac:chgData name="Kirsten Hollister" userId="f82291c8-99d5-47cd-8c9c-47767899496e" providerId="ADAL" clId="{11290D5E-812C-4B2B-94A2-2A1BD01151B4}" dt="2026-01-17T07:33:43.187" v="93" actId="26606"/>
          <ac:cxnSpMkLst>
            <pc:docMk/>
            <pc:sldMk cId="4199394583" sldId="260"/>
            <ac:cxnSpMk id="12" creationId="{E4BCA77F-6A46-46C1-822E-DF8DB6F08D5A}"/>
          </ac:cxnSpMkLst>
        </pc:cxnChg>
        <pc:cxnChg chg="add">
          <ac:chgData name="Kirsten Hollister" userId="f82291c8-99d5-47cd-8c9c-47767899496e" providerId="ADAL" clId="{11290D5E-812C-4B2B-94A2-2A1BD01151B4}" dt="2026-01-17T07:33:43.187" v="93" actId="26606"/>
          <ac:cxnSpMkLst>
            <pc:docMk/>
            <pc:sldMk cId="4199394583" sldId="260"/>
            <ac:cxnSpMk id="18" creationId="{B93C2A17-5343-41E9-BE0B-BFA49AFA1E1F}"/>
          </ac:cxnSpMkLst>
        </pc:cxnChg>
      </pc:sldChg>
      <pc:sldChg chg="modSp new mod">
        <pc:chgData name="Kirsten Hollister" userId="f82291c8-99d5-47cd-8c9c-47767899496e" providerId="ADAL" clId="{11290D5E-812C-4B2B-94A2-2A1BD01151B4}" dt="2026-01-18T18:03:59.674" v="1015" actId="20577"/>
        <pc:sldMkLst>
          <pc:docMk/>
          <pc:sldMk cId="3768502657" sldId="261"/>
        </pc:sldMkLst>
        <pc:spChg chg="mod">
          <ac:chgData name="Kirsten Hollister" userId="f82291c8-99d5-47cd-8c9c-47767899496e" providerId="ADAL" clId="{11290D5E-812C-4B2B-94A2-2A1BD01151B4}" dt="2026-01-18T18:03:59.674" v="1015" actId="20577"/>
          <ac:spMkLst>
            <pc:docMk/>
            <pc:sldMk cId="3768502657" sldId="261"/>
            <ac:spMk id="2" creationId="{68AF5F51-1C64-44FF-7BE9-CC07BD55D9DC}"/>
          </ac:spMkLst>
        </pc:spChg>
      </pc:sldChg>
      <pc:sldChg chg="modSp new mod">
        <pc:chgData name="Kirsten Hollister" userId="f82291c8-99d5-47cd-8c9c-47767899496e" providerId="ADAL" clId="{11290D5E-812C-4B2B-94A2-2A1BD01151B4}" dt="2026-01-17T07:34:03.518" v="130" actId="20577"/>
        <pc:sldMkLst>
          <pc:docMk/>
          <pc:sldMk cId="1632446944" sldId="262"/>
        </pc:sldMkLst>
        <pc:spChg chg="mod">
          <ac:chgData name="Kirsten Hollister" userId="f82291c8-99d5-47cd-8c9c-47767899496e" providerId="ADAL" clId="{11290D5E-812C-4B2B-94A2-2A1BD01151B4}" dt="2026-01-17T07:34:03.518" v="130" actId="20577"/>
          <ac:spMkLst>
            <pc:docMk/>
            <pc:sldMk cId="1632446944" sldId="262"/>
            <ac:spMk id="2" creationId="{9369DF43-BD3E-5662-AB9E-52850C201F0D}"/>
          </ac:spMkLst>
        </pc:spChg>
      </pc:sldChg>
      <pc:sldChg chg="addSp modSp new mod setBg">
        <pc:chgData name="Kirsten Hollister" userId="f82291c8-99d5-47cd-8c9c-47767899496e" providerId="ADAL" clId="{11290D5E-812C-4B2B-94A2-2A1BD01151B4}" dt="2026-01-17T07:34:30.350" v="147" actId="26606"/>
        <pc:sldMkLst>
          <pc:docMk/>
          <pc:sldMk cId="1666180592" sldId="263"/>
        </pc:sldMkLst>
        <pc:spChg chg="mod">
          <ac:chgData name="Kirsten Hollister" userId="f82291c8-99d5-47cd-8c9c-47767899496e" providerId="ADAL" clId="{11290D5E-812C-4B2B-94A2-2A1BD01151B4}" dt="2026-01-17T07:34:30.350" v="147" actId="26606"/>
          <ac:spMkLst>
            <pc:docMk/>
            <pc:sldMk cId="1666180592" sldId="263"/>
            <ac:spMk id="2" creationId="{6AA5BC6B-D8B7-C409-877D-80E361E23AE7}"/>
          </ac:spMkLst>
        </pc:spChg>
        <pc:spChg chg="mod">
          <ac:chgData name="Kirsten Hollister" userId="f82291c8-99d5-47cd-8c9c-47767899496e" providerId="ADAL" clId="{11290D5E-812C-4B2B-94A2-2A1BD01151B4}" dt="2026-01-17T07:34:30.350" v="147" actId="26606"/>
          <ac:spMkLst>
            <pc:docMk/>
            <pc:sldMk cId="1666180592" sldId="263"/>
            <ac:spMk id="3" creationId="{E7152E19-F996-9873-AFA5-E1DCB127425C}"/>
          </ac:spMkLst>
        </pc:spChg>
        <pc:spChg chg="add">
          <ac:chgData name="Kirsten Hollister" userId="f82291c8-99d5-47cd-8c9c-47767899496e" providerId="ADAL" clId="{11290D5E-812C-4B2B-94A2-2A1BD01151B4}" dt="2026-01-17T07:34:30.350" v="147" actId="26606"/>
          <ac:spMkLst>
            <pc:docMk/>
            <pc:sldMk cId="1666180592" sldId="263"/>
            <ac:spMk id="8" creationId="{00C4F1C3-3ADD-491F-8C66-57912A242177}"/>
          </ac:spMkLst>
        </pc:spChg>
        <pc:spChg chg="add">
          <ac:chgData name="Kirsten Hollister" userId="f82291c8-99d5-47cd-8c9c-47767899496e" providerId="ADAL" clId="{11290D5E-812C-4B2B-94A2-2A1BD01151B4}" dt="2026-01-17T07:34:30.350" v="147" actId="26606"/>
          <ac:spMkLst>
            <pc:docMk/>
            <pc:sldMk cId="1666180592" sldId="263"/>
            <ac:spMk id="10" creationId="{0B323FE0-DFB0-4368-A3C2-FC1402A98C03}"/>
          </ac:spMkLst>
        </pc:spChg>
        <pc:spChg chg="add">
          <ac:chgData name="Kirsten Hollister" userId="f82291c8-99d5-47cd-8c9c-47767899496e" providerId="ADAL" clId="{11290D5E-812C-4B2B-94A2-2A1BD01151B4}" dt="2026-01-17T07:34:30.350" v="147" actId="26606"/>
          <ac:spMkLst>
            <pc:docMk/>
            <pc:sldMk cId="1666180592" sldId="263"/>
            <ac:spMk id="14" creationId="{8A566188-DA61-435D-B7D6-F237748F153D}"/>
          </ac:spMkLst>
        </pc:spChg>
        <pc:spChg chg="add">
          <ac:chgData name="Kirsten Hollister" userId="f82291c8-99d5-47cd-8c9c-47767899496e" providerId="ADAL" clId="{11290D5E-812C-4B2B-94A2-2A1BD01151B4}" dt="2026-01-17T07:34:30.350" v="147" actId="26606"/>
          <ac:spMkLst>
            <pc:docMk/>
            <pc:sldMk cId="1666180592" sldId="263"/>
            <ac:spMk id="16" creationId="{59CDD208-D64E-4053-BB7E-A9CF89D127A8}"/>
          </ac:spMkLst>
        </pc:spChg>
        <pc:cxnChg chg="add">
          <ac:chgData name="Kirsten Hollister" userId="f82291c8-99d5-47cd-8c9c-47767899496e" providerId="ADAL" clId="{11290D5E-812C-4B2B-94A2-2A1BD01151B4}" dt="2026-01-17T07:34:30.350" v="147" actId="26606"/>
          <ac:cxnSpMkLst>
            <pc:docMk/>
            <pc:sldMk cId="1666180592" sldId="263"/>
            <ac:cxnSpMk id="12" creationId="{E4BCA77F-6A46-46C1-822E-DF8DB6F08D5A}"/>
          </ac:cxnSpMkLst>
        </pc:cxnChg>
        <pc:cxnChg chg="add">
          <ac:chgData name="Kirsten Hollister" userId="f82291c8-99d5-47cd-8c9c-47767899496e" providerId="ADAL" clId="{11290D5E-812C-4B2B-94A2-2A1BD01151B4}" dt="2026-01-17T07:34:30.350" v="147" actId="26606"/>
          <ac:cxnSpMkLst>
            <pc:docMk/>
            <pc:sldMk cId="1666180592" sldId="263"/>
            <ac:cxnSpMk id="18" creationId="{B93C2A17-5343-41E9-BE0B-BFA49AFA1E1F}"/>
          </ac:cxnSpMkLst>
        </pc:cxnChg>
      </pc:sldChg>
      <pc:sldChg chg="addSp delSp modSp new mod">
        <pc:chgData name="Kirsten Hollister" userId="f82291c8-99d5-47cd-8c9c-47767899496e" providerId="ADAL" clId="{11290D5E-812C-4B2B-94A2-2A1BD01151B4}" dt="2026-01-17T07:35:14.510" v="155" actId="6549"/>
        <pc:sldMkLst>
          <pc:docMk/>
          <pc:sldMk cId="1132922529" sldId="264"/>
        </pc:sldMkLst>
        <pc:spChg chg="mod">
          <ac:chgData name="Kirsten Hollister" userId="f82291c8-99d5-47cd-8c9c-47767899496e" providerId="ADAL" clId="{11290D5E-812C-4B2B-94A2-2A1BD01151B4}" dt="2026-01-17T07:34:53.175" v="150"/>
          <ac:spMkLst>
            <pc:docMk/>
            <pc:sldMk cId="1132922529" sldId="264"/>
            <ac:spMk id="2" creationId="{3A40F553-76A0-DFEE-1B9E-4A7FF48A19FD}"/>
          </ac:spMkLst>
        </pc:spChg>
        <pc:spChg chg="add del mod">
          <ac:chgData name="Kirsten Hollister" userId="f82291c8-99d5-47cd-8c9c-47767899496e" providerId="ADAL" clId="{11290D5E-812C-4B2B-94A2-2A1BD01151B4}" dt="2026-01-17T07:35:14.510" v="155" actId="6549"/>
          <ac:spMkLst>
            <pc:docMk/>
            <pc:sldMk cId="1132922529" sldId="264"/>
            <ac:spMk id="3" creationId="{E084EA3D-79CC-956E-41AE-A07CD667423E}"/>
          </ac:spMkLst>
        </pc:spChg>
        <pc:graphicFrameChg chg="add mod">
          <ac:chgData name="Kirsten Hollister" userId="f82291c8-99d5-47cd-8c9c-47767899496e" providerId="ADAL" clId="{11290D5E-812C-4B2B-94A2-2A1BD01151B4}" dt="2026-01-17T07:34:58.655" v="152"/>
          <ac:graphicFrameMkLst>
            <pc:docMk/>
            <pc:sldMk cId="1132922529" sldId="264"/>
            <ac:graphicFrameMk id="4" creationId="{2C587D25-01CF-802B-48B1-4875215EE2BD}"/>
          </ac:graphicFrameMkLst>
        </pc:graphicFrameChg>
      </pc:sldChg>
      <pc:sldChg chg="addSp delSp modSp new mod modClrScheme chgLayout">
        <pc:chgData name="Kirsten Hollister" userId="f82291c8-99d5-47cd-8c9c-47767899496e" providerId="ADAL" clId="{11290D5E-812C-4B2B-94A2-2A1BD01151B4}" dt="2026-01-17T09:09:37.193" v="169" actId="6549"/>
        <pc:sldMkLst>
          <pc:docMk/>
          <pc:sldMk cId="2630663431" sldId="265"/>
        </pc:sldMkLst>
        <pc:spChg chg="del mod ord">
          <ac:chgData name="Kirsten Hollister" userId="f82291c8-99d5-47cd-8c9c-47767899496e" providerId="ADAL" clId="{11290D5E-812C-4B2B-94A2-2A1BD01151B4}" dt="2026-01-17T08:01:37.808" v="157" actId="700"/>
          <ac:spMkLst>
            <pc:docMk/>
            <pc:sldMk cId="2630663431" sldId="265"/>
            <ac:spMk id="2" creationId="{50BE1251-30A7-BB87-3B40-CD48F2CAD1D9}"/>
          </ac:spMkLst>
        </pc:spChg>
        <pc:spChg chg="del mod ord">
          <ac:chgData name="Kirsten Hollister" userId="f82291c8-99d5-47cd-8c9c-47767899496e" providerId="ADAL" clId="{11290D5E-812C-4B2B-94A2-2A1BD01151B4}" dt="2026-01-17T08:01:37.808" v="157" actId="700"/>
          <ac:spMkLst>
            <pc:docMk/>
            <pc:sldMk cId="2630663431" sldId="265"/>
            <ac:spMk id="3" creationId="{CE20694B-8B22-F8C8-9B0C-66E472922E95}"/>
          </ac:spMkLst>
        </pc:spChg>
        <pc:spChg chg="add mod ord">
          <ac:chgData name="Kirsten Hollister" userId="f82291c8-99d5-47cd-8c9c-47767899496e" providerId="ADAL" clId="{11290D5E-812C-4B2B-94A2-2A1BD01151B4}" dt="2026-01-17T09:08:58.759" v="158"/>
          <ac:spMkLst>
            <pc:docMk/>
            <pc:sldMk cId="2630663431" sldId="265"/>
            <ac:spMk id="4" creationId="{1F433BBC-7299-F9C2-8DB5-7D1031E9C5F8}"/>
          </ac:spMkLst>
        </pc:spChg>
        <pc:spChg chg="add mod ord">
          <ac:chgData name="Kirsten Hollister" userId="f82291c8-99d5-47cd-8c9c-47767899496e" providerId="ADAL" clId="{11290D5E-812C-4B2B-94A2-2A1BD01151B4}" dt="2026-01-17T09:09:37.193" v="169" actId="6549"/>
          <ac:spMkLst>
            <pc:docMk/>
            <pc:sldMk cId="2630663431" sldId="265"/>
            <ac:spMk id="5" creationId="{703746D3-139A-F1ED-EFB0-CD5903E37545}"/>
          </ac:spMkLst>
        </pc:spChg>
      </pc:sldChg>
      <pc:sldChg chg="modSp new mod modNotesTx">
        <pc:chgData name="Kirsten Hollister" userId="f82291c8-99d5-47cd-8c9c-47767899496e" providerId="ADAL" clId="{11290D5E-812C-4B2B-94A2-2A1BD01151B4}" dt="2026-01-17T09:10:42.370" v="210" actId="20577"/>
        <pc:sldMkLst>
          <pc:docMk/>
          <pc:sldMk cId="3577204660" sldId="266"/>
        </pc:sldMkLst>
        <pc:spChg chg="mod">
          <ac:chgData name="Kirsten Hollister" userId="f82291c8-99d5-47cd-8c9c-47767899496e" providerId="ADAL" clId="{11290D5E-812C-4B2B-94A2-2A1BD01151B4}" dt="2026-01-17T09:09:56.168" v="171"/>
          <ac:spMkLst>
            <pc:docMk/>
            <pc:sldMk cId="3577204660" sldId="266"/>
            <ac:spMk id="2" creationId="{5B484F70-2D73-5136-2781-625AC135A942}"/>
          </ac:spMkLst>
        </pc:spChg>
        <pc:spChg chg="mod">
          <ac:chgData name="Kirsten Hollister" userId="f82291c8-99d5-47cd-8c9c-47767899496e" providerId="ADAL" clId="{11290D5E-812C-4B2B-94A2-2A1BD01151B4}" dt="2026-01-17T09:10:19.115" v="175" actId="20577"/>
          <ac:spMkLst>
            <pc:docMk/>
            <pc:sldMk cId="3577204660" sldId="266"/>
            <ac:spMk id="3" creationId="{E062001A-058C-F045-E182-FC617A4C513D}"/>
          </ac:spMkLst>
        </pc:spChg>
      </pc:sldChg>
      <pc:sldChg chg="addSp delSp modSp new mod modClrScheme chgLayout">
        <pc:chgData name="Kirsten Hollister" userId="f82291c8-99d5-47cd-8c9c-47767899496e" providerId="ADAL" clId="{11290D5E-812C-4B2B-94A2-2A1BD01151B4}" dt="2026-01-17T09:12:26.500" v="229" actId="12"/>
        <pc:sldMkLst>
          <pc:docMk/>
          <pc:sldMk cId="3220441893" sldId="267"/>
        </pc:sldMkLst>
        <pc:spChg chg="mod ord">
          <ac:chgData name="Kirsten Hollister" userId="f82291c8-99d5-47cd-8c9c-47767899496e" providerId="ADAL" clId="{11290D5E-812C-4B2B-94A2-2A1BD01151B4}" dt="2026-01-17T09:12:08.278" v="218" actId="700"/>
          <ac:spMkLst>
            <pc:docMk/>
            <pc:sldMk cId="3220441893" sldId="267"/>
            <ac:spMk id="2" creationId="{A48F41C4-97E3-EE10-09D1-5B05FB2F599D}"/>
          </ac:spMkLst>
        </pc:spChg>
        <pc:spChg chg="del mod ord">
          <ac:chgData name="Kirsten Hollister" userId="f82291c8-99d5-47cd-8c9c-47767899496e" providerId="ADAL" clId="{11290D5E-812C-4B2B-94A2-2A1BD01151B4}" dt="2026-01-17T09:12:08.278" v="218" actId="700"/>
          <ac:spMkLst>
            <pc:docMk/>
            <pc:sldMk cId="3220441893" sldId="267"/>
            <ac:spMk id="3" creationId="{4BBE5DEA-0F4E-A1CE-EE63-4899589EDAD6}"/>
          </ac:spMkLst>
        </pc:spChg>
        <pc:spChg chg="add mod ord">
          <ac:chgData name="Kirsten Hollister" userId="f82291c8-99d5-47cd-8c9c-47767899496e" providerId="ADAL" clId="{11290D5E-812C-4B2B-94A2-2A1BD01151B4}" dt="2026-01-17T09:12:26.500" v="229" actId="12"/>
          <ac:spMkLst>
            <pc:docMk/>
            <pc:sldMk cId="3220441893" sldId="267"/>
            <ac:spMk id="4" creationId="{0E13141C-B918-4144-5676-7D31390034DB}"/>
          </ac:spMkLst>
        </pc:spChg>
        <pc:spChg chg="add mod ord">
          <ac:chgData name="Kirsten Hollister" userId="f82291c8-99d5-47cd-8c9c-47767899496e" providerId="ADAL" clId="{11290D5E-812C-4B2B-94A2-2A1BD01151B4}" dt="2026-01-17T09:12:15.562" v="226" actId="5793"/>
          <ac:spMkLst>
            <pc:docMk/>
            <pc:sldMk cId="3220441893" sldId="267"/>
            <ac:spMk id="5" creationId="{E7F17FA5-B592-E52C-2DE1-6C83A819AA47}"/>
          </ac:spMkLst>
        </pc:spChg>
      </pc:sldChg>
      <pc:sldChg chg="addSp delSp modSp new mod">
        <pc:chgData name="Kirsten Hollister" userId="f82291c8-99d5-47cd-8c9c-47767899496e" providerId="ADAL" clId="{11290D5E-812C-4B2B-94A2-2A1BD01151B4}" dt="2026-01-17T09:17:25.546" v="266" actId="12"/>
        <pc:sldMkLst>
          <pc:docMk/>
          <pc:sldMk cId="1063343935" sldId="268"/>
        </pc:sldMkLst>
        <pc:spChg chg="mod">
          <ac:chgData name="Kirsten Hollister" userId="f82291c8-99d5-47cd-8c9c-47767899496e" providerId="ADAL" clId="{11290D5E-812C-4B2B-94A2-2A1BD01151B4}" dt="2026-01-17T09:13:02.672" v="231"/>
          <ac:spMkLst>
            <pc:docMk/>
            <pc:sldMk cId="1063343935" sldId="268"/>
            <ac:spMk id="2" creationId="{A6596411-5FEA-CD04-A84F-43E565BCD7C2}"/>
          </ac:spMkLst>
        </pc:spChg>
        <pc:spChg chg="mod">
          <ac:chgData name="Kirsten Hollister" userId="f82291c8-99d5-47cd-8c9c-47767899496e" providerId="ADAL" clId="{11290D5E-812C-4B2B-94A2-2A1BD01151B4}" dt="2026-01-17T09:13:17.590" v="241" actId="5793"/>
          <ac:spMkLst>
            <pc:docMk/>
            <pc:sldMk cId="1063343935" sldId="268"/>
            <ac:spMk id="3" creationId="{754DFEFB-7BAA-1167-12E0-C20DFF15AFA2}"/>
          </ac:spMkLst>
        </pc:spChg>
        <pc:spChg chg="del mod">
          <ac:chgData name="Kirsten Hollister" userId="f82291c8-99d5-47cd-8c9c-47767899496e" providerId="ADAL" clId="{11290D5E-812C-4B2B-94A2-2A1BD01151B4}" dt="2026-01-17T09:15:05.047" v="242"/>
          <ac:spMkLst>
            <pc:docMk/>
            <pc:sldMk cId="1063343935" sldId="268"/>
            <ac:spMk id="4" creationId="{FA5ADC7D-BC86-99AC-82BB-256704894FCC}"/>
          </ac:spMkLst>
        </pc:spChg>
        <pc:spChg chg="add del mod">
          <ac:chgData name="Kirsten Hollister" userId="f82291c8-99d5-47cd-8c9c-47767899496e" providerId="ADAL" clId="{11290D5E-812C-4B2B-94A2-2A1BD01151B4}" dt="2026-01-17T09:15:09.683" v="243"/>
          <ac:spMkLst>
            <pc:docMk/>
            <pc:sldMk cId="1063343935" sldId="268"/>
            <ac:spMk id="5" creationId="{7DF880C0-A133-847D-CA24-DCDC48F5FB74}"/>
          </ac:spMkLst>
        </pc:spChg>
        <pc:spChg chg="add del mod">
          <ac:chgData name="Kirsten Hollister" userId="f82291c8-99d5-47cd-8c9c-47767899496e" providerId="ADAL" clId="{11290D5E-812C-4B2B-94A2-2A1BD01151B4}" dt="2026-01-17T09:15:13.940" v="244"/>
          <ac:spMkLst>
            <pc:docMk/>
            <pc:sldMk cId="1063343935" sldId="268"/>
            <ac:spMk id="6" creationId="{86AC3CF1-C5EB-13F5-BFC3-86ACF3DBF96D}"/>
          </ac:spMkLst>
        </pc:spChg>
        <pc:spChg chg="add mod">
          <ac:chgData name="Kirsten Hollister" userId="f82291c8-99d5-47cd-8c9c-47767899496e" providerId="ADAL" clId="{11290D5E-812C-4B2B-94A2-2A1BD01151B4}" dt="2026-01-17T09:17:25.546" v="266" actId="12"/>
          <ac:spMkLst>
            <pc:docMk/>
            <pc:sldMk cId="1063343935" sldId="268"/>
            <ac:spMk id="11" creationId="{7B433D7E-C712-EA4B-263D-6905A3342C60}"/>
          </ac:spMkLst>
        </pc:spChg>
        <pc:graphicFrameChg chg="add mod">
          <ac:chgData name="Kirsten Hollister" userId="f82291c8-99d5-47cd-8c9c-47767899496e" providerId="ADAL" clId="{11290D5E-812C-4B2B-94A2-2A1BD01151B4}" dt="2026-01-17T09:15:26.708" v="247"/>
          <ac:graphicFrameMkLst>
            <pc:docMk/>
            <pc:sldMk cId="1063343935" sldId="268"/>
            <ac:graphicFrameMk id="9" creationId="{AE21A5B6-E4AB-8B33-A5E9-574339FCC132}"/>
          </ac:graphicFrameMkLst>
        </pc:graphicFrameChg>
        <pc:picChg chg="add mod">
          <ac:chgData name="Kirsten Hollister" userId="f82291c8-99d5-47cd-8c9c-47767899496e" providerId="ADAL" clId="{11290D5E-812C-4B2B-94A2-2A1BD01151B4}" dt="2026-01-17T09:15:43.037" v="250" actId="1076"/>
          <ac:picMkLst>
            <pc:docMk/>
            <pc:sldMk cId="1063343935" sldId="268"/>
            <ac:picMk id="8" creationId="{245B6337-8AAB-1F19-E6B0-9C94278B11AC}"/>
          </ac:picMkLst>
        </pc:picChg>
      </pc:sldChg>
      <pc:sldChg chg="addSp delSp modSp new mod modClrScheme chgLayout">
        <pc:chgData name="Kirsten Hollister" userId="f82291c8-99d5-47cd-8c9c-47767899496e" providerId="ADAL" clId="{11290D5E-812C-4B2B-94A2-2A1BD01151B4}" dt="2026-01-17T09:18:24.739" v="271"/>
        <pc:sldMkLst>
          <pc:docMk/>
          <pc:sldMk cId="1101871280" sldId="269"/>
        </pc:sldMkLst>
        <pc:spChg chg="del mod ord">
          <ac:chgData name="Kirsten Hollister" userId="f82291c8-99d5-47cd-8c9c-47767899496e" providerId="ADAL" clId="{11290D5E-812C-4B2B-94A2-2A1BD01151B4}" dt="2026-01-17T09:18:12.743" v="268" actId="700"/>
          <ac:spMkLst>
            <pc:docMk/>
            <pc:sldMk cId="1101871280" sldId="269"/>
            <ac:spMk id="2" creationId="{270AFB36-C67B-402C-78B7-DAEE81EA0B8B}"/>
          </ac:spMkLst>
        </pc:spChg>
        <pc:spChg chg="del mod ord">
          <ac:chgData name="Kirsten Hollister" userId="f82291c8-99d5-47cd-8c9c-47767899496e" providerId="ADAL" clId="{11290D5E-812C-4B2B-94A2-2A1BD01151B4}" dt="2026-01-17T09:18:12.743" v="268" actId="700"/>
          <ac:spMkLst>
            <pc:docMk/>
            <pc:sldMk cId="1101871280" sldId="269"/>
            <ac:spMk id="3" creationId="{F207D08A-41BE-B5D8-94C1-609268DA6424}"/>
          </ac:spMkLst>
        </pc:spChg>
        <pc:spChg chg="del">
          <ac:chgData name="Kirsten Hollister" userId="f82291c8-99d5-47cd-8c9c-47767899496e" providerId="ADAL" clId="{11290D5E-812C-4B2B-94A2-2A1BD01151B4}" dt="2026-01-17T09:18:12.743" v="268" actId="700"/>
          <ac:spMkLst>
            <pc:docMk/>
            <pc:sldMk cId="1101871280" sldId="269"/>
            <ac:spMk id="4" creationId="{BACC87FB-F3CF-68AF-78EE-BFE2A5485AFD}"/>
          </ac:spMkLst>
        </pc:spChg>
        <pc:spChg chg="add mod ord">
          <ac:chgData name="Kirsten Hollister" userId="f82291c8-99d5-47cd-8c9c-47767899496e" providerId="ADAL" clId="{11290D5E-812C-4B2B-94A2-2A1BD01151B4}" dt="2026-01-17T09:18:15.875" v="270" actId="20577"/>
          <ac:spMkLst>
            <pc:docMk/>
            <pc:sldMk cId="1101871280" sldId="269"/>
            <ac:spMk id="5" creationId="{8EBECDB0-77DD-3985-CFC7-84DD4C4B7D44}"/>
          </ac:spMkLst>
        </pc:spChg>
        <pc:spChg chg="add mod ord">
          <ac:chgData name="Kirsten Hollister" userId="f82291c8-99d5-47cd-8c9c-47767899496e" providerId="ADAL" clId="{11290D5E-812C-4B2B-94A2-2A1BD01151B4}" dt="2026-01-17T09:18:24.739" v="271"/>
          <ac:spMkLst>
            <pc:docMk/>
            <pc:sldMk cId="1101871280" sldId="269"/>
            <ac:spMk id="6" creationId="{979929C9-EB03-B11F-4B53-1BE74794FA0D}"/>
          </ac:spMkLst>
        </pc:spChg>
      </pc:sldChg>
      <pc:sldChg chg="addSp delSp modSp new mod modClrScheme chgLayout">
        <pc:chgData name="Kirsten Hollister" userId="f82291c8-99d5-47cd-8c9c-47767899496e" providerId="ADAL" clId="{11290D5E-812C-4B2B-94A2-2A1BD01151B4}" dt="2026-01-17T09:21:35.800" v="300" actId="12385"/>
        <pc:sldMkLst>
          <pc:docMk/>
          <pc:sldMk cId="3308874873" sldId="270"/>
        </pc:sldMkLst>
        <pc:spChg chg="mod ord">
          <ac:chgData name="Kirsten Hollister" userId="f82291c8-99d5-47cd-8c9c-47767899496e" providerId="ADAL" clId="{11290D5E-812C-4B2B-94A2-2A1BD01151B4}" dt="2026-01-17T09:19:10.489" v="274" actId="700"/>
          <ac:spMkLst>
            <pc:docMk/>
            <pc:sldMk cId="3308874873" sldId="270"/>
            <ac:spMk id="2" creationId="{74E206F8-B8BC-4ED9-D1C0-DF0EBF75B771}"/>
          </ac:spMkLst>
        </pc:spChg>
        <pc:spChg chg="del mod ord">
          <ac:chgData name="Kirsten Hollister" userId="f82291c8-99d5-47cd-8c9c-47767899496e" providerId="ADAL" clId="{11290D5E-812C-4B2B-94A2-2A1BD01151B4}" dt="2026-01-17T09:19:10.489" v="274" actId="700"/>
          <ac:spMkLst>
            <pc:docMk/>
            <pc:sldMk cId="3308874873" sldId="270"/>
            <ac:spMk id="3" creationId="{B7FFC29E-1A07-E3B4-F1F7-9FE424A90F5F}"/>
          </ac:spMkLst>
        </pc:spChg>
        <pc:spChg chg="add mod ord">
          <ac:chgData name="Kirsten Hollister" userId="f82291c8-99d5-47cd-8c9c-47767899496e" providerId="ADAL" clId="{11290D5E-812C-4B2B-94A2-2A1BD01151B4}" dt="2026-01-17T09:19:15.424" v="277" actId="5793"/>
          <ac:spMkLst>
            <pc:docMk/>
            <pc:sldMk cId="3308874873" sldId="270"/>
            <ac:spMk id="4" creationId="{884BF452-DADC-8581-DD57-C96203A4DE1C}"/>
          </ac:spMkLst>
        </pc:spChg>
        <pc:spChg chg="add del mod ord">
          <ac:chgData name="Kirsten Hollister" userId="f82291c8-99d5-47cd-8c9c-47767899496e" providerId="ADAL" clId="{11290D5E-812C-4B2B-94A2-2A1BD01151B4}" dt="2026-01-17T09:20:15.221" v="281"/>
          <ac:spMkLst>
            <pc:docMk/>
            <pc:sldMk cId="3308874873" sldId="270"/>
            <ac:spMk id="5" creationId="{0151D985-3F93-A0F7-C2FC-5FC925B638A5}"/>
          </ac:spMkLst>
        </pc:spChg>
        <pc:graphicFrameChg chg="add mod modGraphic">
          <ac:chgData name="Kirsten Hollister" userId="f82291c8-99d5-47cd-8c9c-47767899496e" providerId="ADAL" clId="{11290D5E-812C-4B2B-94A2-2A1BD01151B4}" dt="2026-01-17T09:21:35.800" v="300" actId="12385"/>
          <ac:graphicFrameMkLst>
            <pc:docMk/>
            <pc:sldMk cId="3308874873" sldId="270"/>
            <ac:graphicFrameMk id="6" creationId="{C1E2386D-71BC-4B77-53CD-8A31DD8FFC3A}"/>
          </ac:graphicFrameMkLst>
        </pc:graphicFrameChg>
      </pc:sldChg>
      <pc:sldChg chg="addSp delSp modSp new mod">
        <pc:chgData name="Kirsten Hollister" userId="f82291c8-99d5-47cd-8c9c-47767899496e" providerId="ADAL" clId="{11290D5E-812C-4B2B-94A2-2A1BD01151B4}" dt="2026-01-17T09:36:36.536" v="402" actId="12"/>
        <pc:sldMkLst>
          <pc:docMk/>
          <pc:sldMk cId="4030008105" sldId="271"/>
        </pc:sldMkLst>
        <pc:spChg chg="mod">
          <ac:chgData name="Kirsten Hollister" userId="f82291c8-99d5-47cd-8c9c-47767899496e" providerId="ADAL" clId="{11290D5E-812C-4B2B-94A2-2A1BD01151B4}" dt="2026-01-17T09:19:57.312" v="279"/>
          <ac:spMkLst>
            <pc:docMk/>
            <pc:sldMk cId="4030008105" sldId="271"/>
            <ac:spMk id="2" creationId="{1E15953F-AD5C-4B68-9388-9EE676AEBCF7}"/>
          </ac:spMkLst>
        </pc:spChg>
        <pc:spChg chg="mod">
          <ac:chgData name="Kirsten Hollister" userId="f82291c8-99d5-47cd-8c9c-47767899496e" providerId="ADAL" clId="{11290D5E-812C-4B2B-94A2-2A1BD01151B4}" dt="2026-01-17T09:25:54.659" v="338"/>
          <ac:spMkLst>
            <pc:docMk/>
            <pc:sldMk cId="4030008105" sldId="271"/>
            <ac:spMk id="3" creationId="{707DF854-BE39-75AD-3347-0D016D28586D}"/>
          </ac:spMkLst>
        </pc:spChg>
        <pc:spChg chg="add del mod">
          <ac:chgData name="Kirsten Hollister" userId="f82291c8-99d5-47cd-8c9c-47767899496e" providerId="ADAL" clId="{11290D5E-812C-4B2B-94A2-2A1BD01151B4}" dt="2026-01-17T09:36:36.536" v="402" actId="12"/>
          <ac:spMkLst>
            <pc:docMk/>
            <pc:sldMk cId="4030008105" sldId="271"/>
            <ac:spMk id="4" creationId="{DD348575-B7AF-02EF-3ED8-4C2134D3731F}"/>
          </ac:spMkLst>
        </pc:spChg>
        <pc:graphicFrameChg chg="add mod">
          <ac:chgData name="Kirsten Hollister" userId="f82291c8-99d5-47cd-8c9c-47767899496e" providerId="ADAL" clId="{11290D5E-812C-4B2B-94A2-2A1BD01151B4}" dt="2026-01-17T09:25:28.338" v="323"/>
          <ac:graphicFrameMkLst>
            <pc:docMk/>
            <pc:sldMk cId="4030008105" sldId="271"/>
            <ac:graphicFrameMk id="5" creationId="{1E09AA68-DDB4-A122-8662-4421132B7FC6}"/>
          </ac:graphicFrameMkLst>
        </pc:graphicFrameChg>
      </pc:sldChg>
      <pc:sldChg chg="addSp delSp modSp new mod modClrScheme chgLayout">
        <pc:chgData name="Kirsten Hollister" userId="f82291c8-99d5-47cd-8c9c-47767899496e" providerId="ADAL" clId="{11290D5E-812C-4B2B-94A2-2A1BD01151B4}" dt="2026-01-17T09:37:24.626" v="409" actId="5793"/>
        <pc:sldMkLst>
          <pc:docMk/>
          <pc:sldMk cId="2298701134" sldId="272"/>
        </pc:sldMkLst>
        <pc:spChg chg="del mod ord">
          <ac:chgData name="Kirsten Hollister" userId="f82291c8-99d5-47cd-8c9c-47767899496e" providerId="ADAL" clId="{11290D5E-812C-4B2B-94A2-2A1BD01151B4}" dt="2026-01-17T09:37:09.274" v="404" actId="700"/>
          <ac:spMkLst>
            <pc:docMk/>
            <pc:sldMk cId="2298701134" sldId="272"/>
            <ac:spMk id="2" creationId="{039BCE21-8E68-9A37-0190-8FA207A32AE4}"/>
          </ac:spMkLst>
        </pc:spChg>
        <pc:spChg chg="del mod ord">
          <ac:chgData name="Kirsten Hollister" userId="f82291c8-99d5-47cd-8c9c-47767899496e" providerId="ADAL" clId="{11290D5E-812C-4B2B-94A2-2A1BD01151B4}" dt="2026-01-17T09:37:09.274" v="404" actId="700"/>
          <ac:spMkLst>
            <pc:docMk/>
            <pc:sldMk cId="2298701134" sldId="272"/>
            <ac:spMk id="3" creationId="{AF0FD7E3-9192-BFBE-A6D2-37DA58570489}"/>
          </ac:spMkLst>
        </pc:spChg>
        <pc:spChg chg="del">
          <ac:chgData name="Kirsten Hollister" userId="f82291c8-99d5-47cd-8c9c-47767899496e" providerId="ADAL" clId="{11290D5E-812C-4B2B-94A2-2A1BD01151B4}" dt="2026-01-17T09:37:09.274" v="404" actId="700"/>
          <ac:spMkLst>
            <pc:docMk/>
            <pc:sldMk cId="2298701134" sldId="272"/>
            <ac:spMk id="4" creationId="{4E60A8CC-5831-A426-8132-BFC38C45AF71}"/>
          </ac:spMkLst>
        </pc:spChg>
        <pc:spChg chg="add mod ord">
          <ac:chgData name="Kirsten Hollister" userId="f82291c8-99d5-47cd-8c9c-47767899496e" providerId="ADAL" clId="{11290D5E-812C-4B2B-94A2-2A1BD01151B4}" dt="2026-01-17T09:37:10.499" v="405"/>
          <ac:spMkLst>
            <pc:docMk/>
            <pc:sldMk cId="2298701134" sldId="272"/>
            <ac:spMk id="5" creationId="{9B3598E6-039A-9741-B89D-B0523F44480C}"/>
          </ac:spMkLst>
        </pc:spChg>
        <pc:spChg chg="add mod ord">
          <ac:chgData name="Kirsten Hollister" userId="f82291c8-99d5-47cd-8c9c-47767899496e" providerId="ADAL" clId="{11290D5E-812C-4B2B-94A2-2A1BD01151B4}" dt="2026-01-17T09:37:24.626" v="409" actId="5793"/>
          <ac:spMkLst>
            <pc:docMk/>
            <pc:sldMk cId="2298701134" sldId="272"/>
            <ac:spMk id="6" creationId="{B941399E-3990-0DF1-C07E-C3EAC9493928}"/>
          </ac:spMkLst>
        </pc:spChg>
      </pc:sldChg>
      <pc:sldChg chg="modSp new">
        <pc:chgData name="Kirsten Hollister" userId="f82291c8-99d5-47cd-8c9c-47767899496e" providerId="ADAL" clId="{11290D5E-812C-4B2B-94A2-2A1BD01151B4}" dt="2026-01-17T09:39:16.576" v="412"/>
        <pc:sldMkLst>
          <pc:docMk/>
          <pc:sldMk cId="1299231106" sldId="273"/>
        </pc:sldMkLst>
        <pc:spChg chg="mod">
          <ac:chgData name="Kirsten Hollister" userId="f82291c8-99d5-47cd-8c9c-47767899496e" providerId="ADAL" clId="{11290D5E-812C-4B2B-94A2-2A1BD01151B4}" dt="2026-01-17T09:39:11.637" v="411"/>
          <ac:spMkLst>
            <pc:docMk/>
            <pc:sldMk cId="1299231106" sldId="273"/>
            <ac:spMk id="2" creationId="{B9A3E5B2-93AA-24B6-65DC-AD396FE67D61}"/>
          </ac:spMkLst>
        </pc:spChg>
        <pc:spChg chg="mod">
          <ac:chgData name="Kirsten Hollister" userId="f82291c8-99d5-47cd-8c9c-47767899496e" providerId="ADAL" clId="{11290D5E-812C-4B2B-94A2-2A1BD01151B4}" dt="2026-01-17T09:39:16.576" v="412"/>
          <ac:spMkLst>
            <pc:docMk/>
            <pc:sldMk cId="1299231106" sldId="273"/>
            <ac:spMk id="3" creationId="{269D9A62-257F-F3C6-7865-4A86215546E9}"/>
          </ac:spMkLst>
        </pc:spChg>
      </pc:sldChg>
      <pc:sldChg chg="modSp new mod">
        <pc:chgData name="Kirsten Hollister" userId="f82291c8-99d5-47cd-8c9c-47767899496e" providerId="ADAL" clId="{11290D5E-812C-4B2B-94A2-2A1BD01151B4}" dt="2026-01-18T17:04:06.769" v="431" actId="5793"/>
        <pc:sldMkLst>
          <pc:docMk/>
          <pc:sldMk cId="1210698480" sldId="274"/>
        </pc:sldMkLst>
        <pc:spChg chg="mod">
          <ac:chgData name="Kirsten Hollister" userId="f82291c8-99d5-47cd-8c9c-47767899496e" providerId="ADAL" clId="{11290D5E-812C-4B2B-94A2-2A1BD01151B4}" dt="2026-01-18T17:03:46.005" v="428" actId="20577"/>
          <ac:spMkLst>
            <pc:docMk/>
            <pc:sldMk cId="1210698480" sldId="274"/>
            <ac:spMk id="2" creationId="{C6BEFDD2-A15D-253C-917C-64C1194DDCC3}"/>
          </ac:spMkLst>
        </pc:spChg>
        <pc:spChg chg="mod">
          <ac:chgData name="Kirsten Hollister" userId="f82291c8-99d5-47cd-8c9c-47767899496e" providerId="ADAL" clId="{11290D5E-812C-4B2B-94A2-2A1BD01151B4}" dt="2026-01-18T17:04:06.769" v="431" actId="5793"/>
          <ac:spMkLst>
            <pc:docMk/>
            <pc:sldMk cId="1210698480" sldId="274"/>
            <ac:spMk id="3" creationId="{DAE3D35C-17B0-2578-D473-E4BC2BFE74CC}"/>
          </ac:spMkLst>
        </pc:spChg>
      </pc:sldChg>
      <pc:sldChg chg="addSp delSp modSp new mod modClrScheme chgLayout">
        <pc:chgData name="Kirsten Hollister" userId="f82291c8-99d5-47cd-8c9c-47767899496e" providerId="ADAL" clId="{11290D5E-812C-4B2B-94A2-2A1BD01151B4}" dt="2026-01-18T17:05:09.023" v="485" actId="207"/>
        <pc:sldMkLst>
          <pc:docMk/>
          <pc:sldMk cId="559817887" sldId="275"/>
        </pc:sldMkLst>
        <pc:spChg chg="mod ord">
          <ac:chgData name="Kirsten Hollister" userId="f82291c8-99d5-47cd-8c9c-47767899496e" providerId="ADAL" clId="{11290D5E-812C-4B2B-94A2-2A1BD01151B4}" dt="2026-01-18T17:04:28.937" v="434" actId="700"/>
          <ac:spMkLst>
            <pc:docMk/>
            <pc:sldMk cId="559817887" sldId="275"/>
            <ac:spMk id="2" creationId="{F125B67C-8287-26E1-9514-4E4F07995B64}"/>
          </ac:spMkLst>
        </pc:spChg>
        <pc:spChg chg="del mod ord">
          <ac:chgData name="Kirsten Hollister" userId="f82291c8-99d5-47cd-8c9c-47767899496e" providerId="ADAL" clId="{11290D5E-812C-4B2B-94A2-2A1BD01151B4}" dt="2026-01-18T17:04:28.937" v="434" actId="700"/>
          <ac:spMkLst>
            <pc:docMk/>
            <pc:sldMk cId="559817887" sldId="275"/>
            <ac:spMk id="3" creationId="{0EEB319F-9BFE-68FE-D594-1A0B59B2CACA}"/>
          </ac:spMkLst>
        </pc:spChg>
        <pc:spChg chg="add mod ord">
          <ac:chgData name="Kirsten Hollister" userId="f82291c8-99d5-47cd-8c9c-47767899496e" providerId="ADAL" clId="{11290D5E-812C-4B2B-94A2-2A1BD01151B4}" dt="2026-01-18T17:04:40.302" v="437" actId="5793"/>
          <ac:spMkLst>
            <pc:docMk/>
            <pc:sldMk cId="559817887" sldId="275"/>
            <ac:spMk id="4" creationId="{F3DFC7AC-2E36-DF42-EC39-D3AFF499D853}"/>
          </ac:spMkLst>
        </pc:spChg>
        <pc:spChg chg="add mod ord">
          <ac:chgData name="Kirsten Hollister" userId="f82291c8-99d5-47cd-8c9c-47767899496e" providerId="ADAL" clId="{11290D5E-812C-4B2B-94A2-2A1BD01151B4}" dt="2026-01-18T17:05:09.023" v="485" actId="207"/>
          <ac:spMkLst>
            <pc:docMk/>
            <pc:sldMk cId="559817887" sldId="275"/>
            <ac:spMk id="5" creationId="{414FD557-1711-E897-103E-9C80E78308D1}"/>
          </ac:spMkLst>
        </pc:spChg>
      </pc:sldChg>
      <pc:sldChg chg="modSp new mod">
        <pc:chgData name="Kirsten Hollister" userId="f82291c8-99d5-47cd-8c9c-47767899496e" providerId="ADAL" clId="{11290D5E-812C-4B2B-94A2-2A1BD01151B4}" dt="2026-01-18T17:05:55.047" v="495" actId="5793"/>
        <pc:sldMkLst>
          <pc:docMk/>
          <pc:sldMk cId="3406670129" sldId="276"/>
        </pc:sldMkLst>
        <pc:spChg chg="mod">
          <ac:chgData name="Kirsten Hollister" userId="f82291c8-99d5-47cd-8c9c-47767899496e" providerId="ADAL" clId="{11290D5E-812C-4B2B-94A2-2A1BD01151B4}" dt="2026-01-18T17:05:28.682" v="487"/>
          <ac:spMkLst>
            <pc:docMk/>
            <pc:sldMk cId="3406670129" sldId="276"/>
            <ac:spMk id="2" creationId="{3E602BAE-6407-6479-CA28-71B0A9439DC8}"/>
          </ac:spMkLst>
        </pc:spChg>
        <pc:spChg chg="mod">
          <ac:chgData name="Kirsten Hollister" userId="f82291c8-99d5-47cd-8c9c-47767899496e" providerId="ADAL" clId="{11290D5E-812C-4B2B-94A2-2A1BD01151B4}" dt="2026-01-18T17:05:35.640" v="489" actId="5793"/>
          <ac:spMkLst>
            <pc:docMk/>
            <pc:sldMk cId="3406670129" sldId="276"/>
            <ac:spMk id="3" creationId="{6AB2D5DE-800D-44F3-C997-06DA1A5566C5}"/>
          </ac:spMkLst>
        </pc:spChg>
        <pc:spChg chg="mod">
          <ac:chgData name="Kirsten Hollister" userId="f82291c8-99d5-47cd-8c9c-47767899496e" providerId="ADAL" clId="{11290D5E-812C-4B2B-94A2-2A1BD01151B4}" dt="2026-01-18T17:05:55.047" v="495" actId="5793"/>
          <ac:spMkLst>
            <pc:docMk/>
            <pc:sldMk cId="3406670129" sldId="276"/>
            <ac:spMk id="4" creationId="{D3754A04-EA86-BA30-901C-BB4349282FC2}"/>
          </ac:spMkLst>
        </pc:spChg>
      </pc:sldChg>
      <pc:sldChg chg="addSp delSp modSp new del mod ord modClrScheme chgLayout">
        <pc:chgData name="Kirsten Hollister" userId="f82291c8-99d5-47cd-8c9c-47767899496e" providerId="ADAL" clId="{11290D5E-812C-4B2B-94A2-2A1BD01151B4}" dt="2026-01-18T17:32:38.612" v="761" actId="47"/>
        <pc:sldMkLst>
          <pc:docMk/>
          <pc:sldMk cId="1797116192" sldId="277"/>
        </pc:sldMkLst>
        <pc:spChg chg="del mod ord">
          <ac:chgData name="Kirsten Hollister" userId="f82291c8-99d5-47cd-8c9c-47767899496e" providerId="ADAL" clId="{11290D5E-812C-4B2B-94A2-2A1BD01151B4}" dt="2026-01-18T17:19:31.435" v="508" actId="700"/>
          <ac:spMkLst>
            <pc:docMk/>
            <pc:sldMk cId="1797116192" sldId="277"/>
            <ac:spMk id="2" creationId="{41082715-3E79-7F3D-E1DD-1944DC73CEDF}"/>
          </ac:spMkLst>
        </pc:spChg>
        <pc:spChg chg="del mod ord">
          <ac:chgData name="Kirsten Hollister" userId="f82291c8-99d5-47cd-8c9c-47767899496e" providerId="ADAL" clId="{11290D5E-812C-4B2B-94A2-2A1BD01151B4}" dt="2026-01-18T17:19:31.435" v="508" actId="700"/>
          <ac:spMkLst>
            <pc:docMk/>
            <pc:sldMk cId="1797116192" sldId="277"/>
            <ac:spMk id="3" creationId="{716AB314-95A3-7E37-76FD-28E0B11E646C}"/>
          </ac:spMkLst>
        </pc:spChg>
        <pc:spChg chg="del">
          <ac:chgData name="Kirsten Hollister" userId="f82291c8-99d5-47cd-8c9c-47767899496e" providerId="ADAL" clId="{11290D5E-812C-4B2B-94A2-2A1BD01151B4}" dt="2026-01-18T17:19:31.435" v="508" actId="700"/>
          <ac:spMkLst>
            <pc:docMk/>
            <pc:sldMk cId="1797116192" sldId="277"/>
            <ac:spMk id="4" creationId="{7D5B8621-841D-C8A1-EF52-B230EF77C874}"/>
          </ac:spMkLst>
        </pc:spChg>
        <pc:spChg chg="add mod ord">
          <ac:chgData name="Kirsten Hollister" userId="f82291c8-99d5-47cd-8c9c-47767899496e" providerId="ADAL" clId="{11290D5E-812C-4B2B-94A2-2A1BD01151B4}" dt="2026-01-18T17:19:32.477" v="509"/>
          <ac:spMkLst>
            <pc:docMk/>
            <pc:sldMk cId="1797116192" sldId="277"/>
            <ac:spMk id="5" creationId="{79B4CCDF-8C34-DF64-C7CA-AAB149F6F775}"/>
          </ac:spMkLst>
        </pc:spChg>
        <pc:spChg chg="add mod ord">
          <ac:chgData name="Kirsten Hollister" userId="f82291c8-99d5-47cd-8c9c-47767899496e" providerId="ADAL" clId="{11290D5E-812C-4B2B-94A2-2A1BD01151B4}" dt="2026-01-18T17:19:48.206" v="521" actId="20577"/>
          <ac:spMkLst>
            <pc:docMk/>
            <pc:sldMk cId="1797116192" sldId="277"/>
            <ac:spMk id="6" creationId="{8BFDCA54-1D40-D818-C8F3-A587814A4F01}"/>
          </ac:spMkLst>
        </pc:spChg>
      </pc:sldChg>
      <pc:sldChg chg="modSp new mod">
        <pc:chgData name="Kirsten Hollister" userId="f82291c8-99d5-47cd-8c9c-47767899496e" providerId="ADAL" clId="{11290D5E-812C-4B2B-94A2-2A1BD01151B4}" dt="2026-01-18T17:07:16.542" v="507" actId="5793"/>
        <pc:sldMkLst>
          <pc:docMk/>
          <pc:sldMk cId="172256595" sldId="278"/>
        </pc:sldMkLst>
        <pc:spChg chg="mod">
          <ac:chgData name="Kirsten Hollister" userId="f82291c8-99d5-47cd-8c9c-47767899496e" providerId="ADAL" clId="{11290D5E-812C-4B2B-94A2-2A1BD01151B4}" dt="2026-01-18T17:06:53.762" v="500"/>
          <ac:spMkLst>
            <pc:docMk/>
            <pc:sldMk cId="172256595" sldId="278"/>
            <ac:spMk id="2" creationId="{ED5C36BE-AFED-A6E6-8524-A2F1BC85E1D8}"/>
          </ac:spMkLst>
        </pc:spChg>
        <pc:spChg chg="mod">
          <ac:chgData name="Kirsten Hollister" userId="f82291c8-99d5-47cd-8c9c-47767899496e" providerId="ADAL" clId="{11290D5E-812C-4B2B-94A2-2A1BD01151B4}" dt="2026-01-18T17:07:05.434" v="505" actId="5793"/>
          <ac:spMkLst>
            <pc:docMk/>
            <pc:sldMk cId="172256595" sldId="278"/>
            <ac:spMk id="3" creationId="{12E8A51D-396C-7977-2DDC-CA031C302DC0}"/>
          </ac:spMkLst>
        </pc:spChg>
        <pc:spChg chg="mod">
          <ac:chgData name="Kirsten Hollister" userId="f82291c8-99d5-47cd-8c9c-47767899496e" providerId="ADAL" clId="{11290D5E-812C-4B2B-94A2-2A1BD01151B4}" dt="2026-01-18T17:07:16.542" v="507" actId="5793"/>
          <ac:spMkLst>
            <pc:docMk/>
            <pc:sldMk cId="172256595" sldId="278"/>
            <ac:spMk id="4" creationId="{6D465E13-E47B-CC79-56F9-D316C2BC94B9}"/>
          </ac:spMkLst>
        </pc:spChg>
      </pc:sldChg>
      <pc:sldChg chg="modSp new del mod">
        <pc:chgData name="Kirsten Hollister" userId="f82291c8-99d5-47cd-8c9c-47767899496e" providerId="ADAL" clId="{11290D5E-812C-4B2B-94A2-2A1BD01151B4}" dt="2026-01-18T17:32:33.576" v="760" actId="47"/>
        <pc:sldMkLst>
          <pc:docMk/>
          <pc:sldMk cId="2805838212" sldId="279"/>
        </pc:sldMkLst>
        <pc:spChg chg="mod">
          <ac:chgData name="Kirsten Hollister" userId="f82291c8-99d5-47cd-8c9c-47767899496e" providerId="ADAL" clId="{11290D5E-812C-4B2B-94A2-2A1BD01151B4}" dt="2026-01-18T17:20:30.715" v="523"/>
          <ac:spMkLst>
            <pc:docMk/>
            <pc:sldMk cId="2805838212" sldId="279"/>
            <ac:spMk id="2" creationId="{33144086-F3EC-CD7A-59E1-3D07EE4821C9}"/>
          </ac:spMkLst>
        </pc:spChg>
        <pc:spChg chg="mod">
          <ac:chgData name="Kirsten Hollister" userId="f82291c8-99d5-47cd-8c9c-47767899496e" providerId="ADAL" clId="{11290D5E-812C-4B2B-94A2-2A1BD01151B4}" dt="2026-01-18T17:20:59.375" v="530"/>
          <ac:spMkLst>
            <pc:docMk/>
            <pc:sldMk cId="2805838212" sldId="279"/>
            <ac:spMk id="3" creationId="{3B4AEFD3-316C-6120-07AC-3A9C4B784B33}"/>
          </ac:spMkLst>
        </pc:spChg>
      </pc:sldChg>
      <pc:sldChg chg="addSp delSp modSp new mod modClrScheme chgLayout">
        <pc:chgData name="Kirsten Hollister" userId="f82291c8-99d5-47cd-8c9c-47767899496e" providerId="ADAL" clId="{11290D5E-812C-4B2B-94A2-2A1BD01151B4}" dt="2026-01-18T17:21:32.491" v="534"/>
        <pc:sldMkLst>
          <pc:docMk/>
          <pc:sldMk cId="2367492831" sldId="280"/>
        </pc:sldMkLst>
        <pc:spChg chg="del mod ord">
          <ac:chgData name="Kirsten Hollister" userId="f82291c8-99d5-47cd-8c9c-47767899496e" providerId="ADAL" clId="{11290D5E-812C-4B2B-94A2-2A1BD01151B4}" dt="2026-01-18T17:21:19.328" v="532" actId="700"/>
          <ac:spMkLst>
            <pc:docMk/>
            <pc:sldMk cId="2367492831" sldId="280"/>
            <ac:spMk id="2" creationId="{1BADD20A-5090-5955-412B-D18045272A05}"/>
          </ac:spMkLst>
        </pc:spChg>
        <pc:spChg chg="del mod ord">
          <ac:chgData name="Kirsten Hollister" userId="f82291c8-99d5-47cd-8c9c-47767899496e" providerId="ADAL" clId="{11290D5E-812C-4B2B-94A2-2A1BD01151B4}" dt="2026-01-18T17:21:19.328" v="532" actId="700"/>
          <ac:spMkLst>
            <pc:docMk/>
            <pc:sldMk cId="2367492831" sldId="280"/>
            <ac:spMk id="3" creationId="{27E4D98D-69FC-8ED7-70AC-B975C3A44E52}"/>
          </ac:spMkLst>
        </pc:spChg>
        <pc:spChg chg="add mod ord">
          <ac:chgData name="Kirsten Hollister" userId="f82291c8-99d5-47cd-8c9c-47767899496e" providerId="ADAL" clId="{11290D5E-812C-4B2B-94A2-2A1BD01151B4}" dt="2026-01-18T17:21:25.148" v="533"/>
          <ac:spMkLst>
            <pc:docMk/>
            <pc:sldMk cId="2367492831" sldId="280"/>
            <ac:spMk id="4" creationId="{8E4CF36D-BD0B-CBF8-D633-ECE0069A4B2B}"/>
          </ac:spMkLst>
        </pc:spChg>
        <pc:spChg chg="add mod ord">
          <ac:chgData name="Kirsten Hollister" userId="f82291c8-99d5-47cd-8c9c-47767899496e" providerId="ADAL" clId="{11290D5E-812C-4B2B-94A2-2A1BD01151B4}" dt="2026-01-18T17:21:32.491" v="534"/>
          <ac:spMkLst>
            <pc:docMk/>
            <pc:sldMk cId="2367492831" sldId="280"/>
            <ac:spMk id="5" creationId="{33A52A42-1BF2-D81B-B0A4-CD3FA5D99525}"/>
          </ac:spMkLst>
        </pc:spChg>
      </pc:sldChg>
      <pc:sldChg chg="modSp new add del mod">
        <pc:chgData name="Kirsten Hollister" userId="f82291c8-99d5-47cd-8c9c-47767899496e" providerId="ADAL" clId="{11290D5E-812C-4B2B-94A2-2A1BD01151B4}" dt="2026-01-18T17:32:28.074" v="758" actId="47"/>
        <pc:sldMkLst>
          <pc:docMk/>
          <pc:sldMk cId="3613584286" sldId="281"/>
        </pc:sldMkLst>
        <pc:spChg chg="mod">
          <ac:chgData name="Kirsten Hollister" userId="f82291c8-99d5-47cd-8c9c-47767899496e" providerId="ADAL" clId="{11290D5E-812C-4B2B-94A2-2A1BD01151B4}" dt="2026-01-18T17:22:18.275" v="569" actId="20577"/>
          <ac:spMkLst>
            <pc:docMk/>
            <pc:sldMk cId="3613584286" sldId="281"/>
            <ac:spMk id="2" creationId="{14F1C67B-BC04-1A07-2BBC-824622CEA0BD}"/>
          </ac:spMkLst>
        </pc:spChg>
        <pc:spChg chg="mod">
          <ac:chgData name="Kirsten Hollister" userId="f82291c8-99d5-47cd-8c9c-47767899496e" providerId="ADAL" clId="{11290D5E-812C-4B2B-94A2-2A1BD01151B4}" dt="2026-01-18T17:26:36.147" v="743" actId="20577"/>
          <ac:spMkLst>
            <pc:docMk/>
            <pc:sldMk cId="3613584286" sldId="281"/>
            <ac:spMk id="3" creationId="{3AD6C2E3-46F0-418C-2BCA-2D1734357451}"/>
          </ac:spMkLst>
        </pc:spChg>
      </pc:sldChg>
      <pc:sldChg chg="modSp new del mod">
        <pc:chgData name="Kirsten Hollister" userId="f82291c8-99d5-47cd-8c9c-47767899496e" providerId="ADAL" clId="{11290D5E-812C-4B2B-94A2-2A1BD01151B4}" dt="2026-01-18T17:32:30.054" v="759" actId="47"/>
        <pc:sldMkLst>
          <pc:docMk/>
          <pc:sldMk cId="226553797" sldId="282"/>
        </pc:sldMkLst>
        <pc:spChg chg="mod">
          <ac:chgData name="Kirsten Hollister" userId="f82291c8-99d5-47cd-8c9c-47767899496e" providerId="ADAL" clId="{11290D5E-812C-4B2B-94A2-2A1BD01151B4}" dt="2026-01-18T17:22:41.100" v="571"/>
          <ac:spMkLst>
            <pc:docMk/>
            <pc:sldMk cId="226553797" sldId="282"/>
            <ac:spMk id="2" creationId="{E712ED7D-45FE-EB05-C74A-3123E3143886}"/>
          </ac:spMkLst>
        </pc:spChg>
        <pc:spChg chg="mod">
          <ac:chgData name="Kirsten Hollister" userId="f82291c8-99d5-47cd-8c9c-47767899496e" providerId="ADAL" clId="{11290D5E-812C-4B2B-94A2-2A1BD01151B4}" dt="2026-01-18T17:23:02.781" v="585"/>
          <ac:spMkLst>
            <pc:docMk/>
            <pc:sldMk cId="226553797" sldId="282"/>
            <ac:spMk id="3" creationId="{08A6105A-1E52-4559-DF67-E9DD43C486E6}"/>
          </ac:spMkLst>
        </pc:spChg>
      </pc:sldChg>
      <pc:sldChg chg="modSp new del mod">
        <pc:chgData name="Kirsten Hollister" userId="f82291c8-99d5-47cd-8c9c-47767899496e" providerId="ADAL" clId="{11290D5E-812C-4B2B-94A2-2A1BD01151B4}" dt="2026-01-18T17:31:33.986" v="754" actId="47"/>
        <pc:sldMkLst>
          <pc:docMk/>
          <pc:sldMk cId="3937817407" sldId="283"/>
        </pc:sldMkLst>
        <pc:spChg chg="mod">
          <ac:chgData name="Kirsten Hollister" userId="f82291c8-99d5-47cd-8c9c-47767899496e" providerId="ADAL" clId="{11290D5E-812C-4B2B-94A2-2A1BD01151B4}" dt="2026-01-18T17:23:44.330" v="587"/>
          <ac:spMkLst>
            <pc:docMk/>
            <pc:sldMk cId="3937817407" sldId="283"/>
            <ac:spMk id="2" creationId="{09FE001D-9AA0-5928-8B43-719D7FF52F3C}"/>
          </ac:spMkLst>
        </pc:spChg>
        <pc:spChg chg="mod">
          <ac:chgData name="Kirsten Hollister" userId="f82291c8-99d5-47cd-8c9c-47767899496e" providerId="ADAL" clId="{11290D5E-812C-4B2B-94A2-2A1BD01151B4}" dt="2026-01-18T17:24:47.125" v="605" actId="5793"/>
          <ac:spMkLst>
            <pc:docMk/>
            <pc:sldMk cId="3937817407" sldId="283"/>
            <ac:spMk id="3" creationId="{7D08E1C8-284F-5CCF-A370-CA607E088647}"/>
          </ac:spMkLst>
        </pc:spChg>
      </pc:sldChg>
      <pc:sldChg chg="addSp delSp modSp new mod modClrScheme chgLayout">
        <pc:chgData name="Kirsten Hollister" userId="f82291c8-99d5-47cd-8c9c-47767899496e" providerId="ADAL" clId="{11290D5E-812C-4B2B-94A2-2A1BD01151B4}" dt="2026-01-18T17:31:51.954" v="757"/>
        <pc:sldMkLst>
          <pc:docMk/>
          <pc:sldMk cId="3057193960" sldId="284"/>
        </pc:sldMkLst>
        <pc:spChg chg="del mod ord">
          <ac:chgData name="Kirsten Hollister" userId="f82291c8-99d5-47cd-8c9c-47767899496e" providerId="ADAL" clId="{11290D5E-812C-4B2B-94A2-2A1BD01151B4}" dt="2026-01-18T17:27:12.216" v="745" actId="700"/>
          <ac:spMkLst>
            <pc:docMk/>
            <pc:sldMk cId="3057193960" sldId="284"/>
            <ac:spMk id="2" creationId="{A53DE477-2485-490D-6D95-7AC2FE276D90}"/>
          </ac:spMkLst>
        </pc:spChg>
        <pc:spChg chg="del mod ord">
          <ac:chgData name="Kirsten Hollister" userId="f82291c8-99d5-47cd-8c9c-47767899496e" providerId="ADAL" clId="{11290D5E-812C-4B2B-94A2-2A1BD01151B4}" dt="2026-01-18T17:27:12.216" v="745" actId="700"/>
          <ac:spMkLst>
            <pc:docMk/>
            <pc:sldMk cId="3057193960" sldId="284"/>
            <ac:spMk id="3" creationId="{C7F44132-1C67-828D-794C-F64E08DC5DE8}"/>
          </ac:spMkLst>
        </pc:spChg>
        <pc:spChg chg="add mod ord">
          <ac:chgData name="Kirsten Hollister" userId="f82291c8-99d5-47cd-8c9c-47767899496e" providerId="ADAL" clId="{11290D5E-812C-4B2B-94A2-2A1BD01151B4}" dt="2026-01-18T17:31:45.454" v="756"/>
          <ac:spMkLst>
            <pc:docMk/>
            <pc:sldMk cId="3057193960" sldId="284"/>
            <ac:spMk id="4" creationId="{0C93BF81-BC7C-5F4C-363A-8C4C10F417F0}"/>
          </ac:spMkLst>
        </pc:spChg>
        <pc:spChg chg="add mod ord">
          <ac:chgData name="Kirsten Hollister" userId="f82291c8-99d5-47cd-8c9c-47767899496e" providerId="ADAL" clId="{11290D5E-812C-4B2B-94A2-2A1BD01151B4}" dt="2026-01-18T17:31:51.954" v="757"/>
          <ac:spMkLst>
            <pc:docMk/>
            <pc:sldMk cId="3057193960" sldId="284"/>
            <ac:spMk id="5" creationId="{703EEEDB-455A-1E8D-6005-BEFDDE155909}"/>
          </ac:spMkLst>
        </pc:spChg>
      </pc:sldChg>
      <pc:sldChg chg="addSp delSp modSp new mod setBg">
        <pc:chgData name="Kirsten Hollister" userId="f82291c8-99d5-47cd-8c9c-47767899496e" providerId="ADAL" clId="{11290D5E-812C-4B2B-94A2-2A1BD01151B4}" dt="2026-01-18T17:34:16.427" v="765" actId="26606"/>
        <pc:sldMkLst>
          <pc:docMk/>
          <pc:sldMk cId="3103496338" sldId="285"/>
        </pc:sldMkLst>
        <pc:spChg chg="del">
          <ac:chgData name="Kirsten Hollister" userId="f82291c8-99d5-47cd-8c9c-47767899496e" providerId="ADAL" clId="{11290D5E-812C-4B2B-94A2-2A1BD01151B4}" dt="2026-01-18T17:34:16.427" v="765" actId="26606"/>
          <ac:spMkLst>
            <pc:docMk/>
            <pc:sldMk cId="3103496338" sldId="285"/>
            <ac:spMk id="2" creationId="{8B2C5DB3-5102-48ED-266C-9D5FDC58AF88}"/>
          </ac:spMkLst>
        </pc:spChg>
        <pc:spChg chg="del">
          <ac:chgData name="Kirsten Hollister" userId="f82291c8-99d5-47cd-8c9c-47767899496e" providerId="ADAL" clId="{11290D5E-812C-4B2B-94A2-2A1BD01151B4}" dt="2026-01-18T17:34:12.773" v="762"/>
          <ac:spMkLst>
            <pc:docMk/>
            <pc:sldMk cId="3103496338" sldId="285"/>
            <ac:spMk id="3" creationId="{C64B8BA0-88BD-077A-1730-C04BCD28BB4B}"/>
          </ac:spMkLst>
        </pc:spChg>
        <pc:spChg chg="add">
          <ac:chgData name="Kirsten Hollister" userId="f82291c8-99d5-47cd-8c9c-47767899496e" providerId="ADAL" clId="{11290D5E-812C-4B2B-94A2-2A1BD01151B4}" dt="2026-01-18T17:34:16.427" v="765" actId="26606"/>
          <ac:spMkLst>
            <pc:docMk/>
            <pc:sldMk cId="3103496338" sldId="285"/>
            <ac:spMk id="10" creationId="{D036D0D5-3AA0-47FD-A83C-7A06CA2EEE1A}"/>
          </ac:spMkLst>
        </pc:spChg>
        <pc:picChg chg="add mod">
          <ac:chgData name="Kirsten Hollister" userId="f82291c8-99d5-47cd-8c9c-47767899496e" providerId="ADAL" clId="{11290D5E-812C-4B2B-94A2-2A1BD01151B4}" dt="2026-01-18T17:34:16.427" v="765" actId="26606"/>
          <ac:picMkLst>
            <pc:docMk/>
            <pc:sldMk cId="3103496338" sldId="285"/>
            <ac:picMk id="5" creationId="{BDB9C369-DC23-63A2-C761-2636E0A4653A}"/>
          </ac:picMkLst>
        </pc:picChg>
      </pc:sldChg>
      <pc:sldChg chg="modSp new mod">
        <pc:chgData name="Kirsten Hollister" userId="f82291c8-99d5-47cd-8c9c-47767899496e" providerId="ADAL" clId="{11290D5E-812C-4B2B-94A2-2A1BD01151B4}" dt="2026-01-18T17:36:44.204" v="790" actId="5793"/>
        <pc:sldMkLst>
          <pc:docMk/>
          <pc:sldMk cId="2252679446" sldId="286"/>
        </pc:sldMkLst>
        <pc:spChg chg="mod">
          <ac:chgData name="Kirsten Hollister" userId="f82291c8-99d5-47cd-8c9c-47767899496e" providerId="ADAL" clId="{11290D5E-812C-4B2B-94A2-2A1BD01151B4}" dt="2026-01-18T17:34:41.067" v="767" actId="20577"/>
          <ac:spMkLst>
            <pc:docMk/>
            <pc:sldMk cId="2252679446" sldId="286"/>
            <ac:spMk id="2" creationId="{589E36F8-B394-A8D8-FFC6-4DA27E3D046E}"/>
          </ac:spMkLst>
        </pc:spChg>
        <pc:spChg chg="mod">
          <ac:chgData name="Kirsten Hollister" userId="f82291c8-99d5-47cd-8c9c-47767899496e" providerId="ADAL" clId="{11290D5E-812C-4B2B-94A2-2A1BD01151B4}" dt="2026-01-18T17:36:44.204" v="790" actId="5793"/>
          <ac:spMkLst>
            <pc:docMk/>
            <pc:sldMk cId="2252679446" sldId="286"/>
            <ac:spMk id="3" creationId="{AED053FB-717F-15DE-3FBF-810A0414F993}"/>
          </ac:spMkLst>
        </pc:spChg>
      </pc:sldChg>
      <pc:sldChg chg="addSp delSp modSp new mod">
        <pc:chgData name="Kirsten Hollister" userId="f82291c8-99d5-47cd-8c9c-47767899496e" providerId="ADAL" clId="{11290D5E-812C-4B2B-94A2-2A1BD01151B4}" dt="2026-01-18T17:36:41.606" v="789" actId="5793"/>
        <pc:sldMkLst>
          <pc:docMk/>
          <pc:sldMk cId="2553879285" sldId="287"/>
        </pc:sldMkLst>
        <pc:spChg chg="mod">
          <ac:chgData name="Kirsten Hollister" userId="f82291c8-99d5-47cd-8c9c-47767899496e" providerId="ADAL" clId="{11290D5E-812C-4B2B-94A2-2A1BD01151B4}" dt="2026-01-18T17:34:57.502" v="770"/>
          <ac:spMkLst>
            <pc:docMk/>
            <pc:sldMk cId="2553879285" sldId="287"/>
            <ac:spMk id="2" creationId="{32E56412-D0D2-F6EF-592A-4774EA28B821}"/>
          </ac:spMkLst>
        </pc:spChg>
        <pc:spChg chg="add del mod">
          <ac:chgData name="Kirsten Hollister" userId="f82291c8-99d5-47cd-8c9c-47767899496e" providerId="ADAL" clId="{11290D5E-812C-4B2B-94A2-2A1BD01151B4}" dt="2026-01-18T17:36:41.606" v="789" actId="5793"/>
          <ac:spMkLst>
            <pc:docMk/>
            <pc:sldMk cId="2553879285" sldId="287"/>
            <ac:spMk id="3" creationId="{48A38795-4702-2037-42D1-7E8D3116A040}"/>
          </ac:spMkLst>
        </pc:spChg>
        <pc:spChg chg="add mod">
          <ac:chgData name="Kirsten Hollister" userId="f82291c8-99d5-47cd-8c9c-47767899496e" providerId="ADAL" clId="{11290D5E-812C-4B2B-94A2-2A1BD01151B4}" dt="2026-01-18T17:35:05.040" v="772"/>
          <ac:spMkLst>
            <pc:docMk/>
            <pc:sldMk cId="2553879285" sldId="287"/>
            <ac:spMk id="4" creationId="{58D9DF18-020E-88B7-2029-F985E6E1502A}"/>
          </ac:spMkLst>
        </pc:spChg>
        <pc:spChg chg="add mod">
          <ac:chgData name="Kirsten Hollister" userId="f82291c8-99d5-47cd-8c9c-47767899496e" providerId="ADAL" clId="{11290D5E-812C-4B2B-94A2-2A1BD01151B4}" dt="2026-01-18T17:35:07.072" v="774"/>
          <ac:spMkLst>
            <pc:docMk/>
            <pc:sldMk cId="2553879285" sldId="287"/>
            <ac:spMk id="5" creationId="{A843C99D-D762-3993-C789-8E32D6EC187D}"/>
          </ac:spMkLst>
        </pc:spChg>
        <pc:spChg chg="add">
          <ac:chgData name="Kirsten Hollister" userId="f82291c8-99d5-47cd-8c9c-47767899496e" providerId="ADAL" clId="{11290D5E-812C-4B2B-94A2-2A1BD01151B4}" dt="2026-01-18T17:35:09.369" v="776"/>
          <ac:spMkLst>
            <pc:docMk/>
            <pc:sldMk cId="2553879285" sldId="287"/>
            <ac:spMk id="6" creationId="{6DBBBA3E-9EE9-7AFD-E5BC-67800206BA3B}"/>
          </ac:spMkLst>
        </pc:spChg>
      </pc:sldChg>
      <pc:sldChg chg="modSp new mod">
        <pc:chgData name="Kirsten Hollister" userId="f82291c8-99d5-47cd-8c9c-47767899496e" providerId="ADAL" clId="{11290D5E-812C-4B2B-94A2-2A1BD01151B4}" dt="2026-01-18T17:36:19.938" v="785"/>
        <pc:sldMkLst>
          <pc:docMk/>
          <pc:sldMk cId="2387615733" sldId="288"/>
        </pc:sldMkLst>
        <pc:spChg chg="mod">
          <ac:chgData name="Kirsten Hollister" userId="f82291c8-99d5-47cd-8c9c-47767899496e" providerId="ADAL" clId="{11290D5E-812C-4B2B-94A2-2A1BD01151B4}" dt="2026-01-18T17:36:19.938" v="785"/>
          <ac:spMkLst>
            <pc:docMk/>
            <pc:sldMk cId="2387615733" sldId="288"/>
            <ac:spMk id="2" creationId="{CDCBC2AF-4112-6D50-201C-C9923761F48D}"/>
          </ac:spMkLst>
        </pc:spChg>
        <pc:spChg chg="mod">
          <ac:chgData name="Kirsten Hollister" userId="f82291c8-99d5-47cd-8c9c-47767899496e" providerId="ADAL" clId="{11290D5E-812C-4B2B-94A2-2A1BD01151B4}" dt="2026-01-18T17:36:13.626" v="784" actId="5793"/>
          <ac:spMkLst>
            <pc:docMk/>
            <pc:sldMk cId="2387615733" sldId="288"/>
            <ac:spMk id="3" creationId="{D6BBE95D-46A7-9A51-6DA7-1C85EE2FB4B5}"/>
          </ac:spMkLst>
        </pc:spChg>
      </pc:sldChg>
      <pc:sldChg chg="modSp new mod">
        <pc:chgData name="Kirsten Hollister" userId="f82291c8-99d5-47cd-8c9c-47767899496e" providerId="ADAL" clId="{11290D5E-812C-4B2B-94A2-2A1BD01151B4}" dt="2026-01-18T17:36:35.591" v="788" actId="5793"/>
        <pc:sldMkLst>
          <pc:docMk/>
          <pc:sldMk cId="2730905740" sldId="289"/>
        </pc:sldMkLst>
        <pc:spChg chg="mod">
          <ac:chgData name="Kirsten Hollister" userId="f82291c8-99d5-47cd-8c9c-47767899496e" providerId="ADAL" clId="{11290D5E-812C-4B2B-94A2-2A1BD01151B4}" dt="2026-01-18T17:36:28.900" v="786"/>
          <ac:spMkLst>
            <pc:docMk/>
            <pc:sldMk cId="2730905740" sldId="289"/>
            <ac:spMk id="2" creationId="{184FF975-D3B1-5A50-8223-E73F29CC88BA}"/>
          </ac:spMkLst>
        </pc:spChg>
        <pc:spChg chg="mod">
          <ac:chgData name="Kirsten Hollister" userId="f82291c8-99d5-47cd-8c9c-47767899496e" providerId="ADAL" clId="{11290D5E-812C-4B2B-94A2-2A1BD01151B4}" dt="2026-01-18T17:36:35.591" v="788" actId="5793"/>
          <ac:spMkLst>
            <pc:docMk/>
            <pc:sldMk cId="2730905740" sldId="289"/>
            <ac:spMk id="3" creationId="{40A41CD0-BD59-EF46-94DB-CF60BC6BF310}"/>
          </ac:spMkLst>
        </pc:spChg>
      </pc:sldChg>
      <pc:sldChg chg="modSp new mod">
        <pc:chgData name="Kirsten Hollister" userId="f82291c8-99d5-47cd-8c9c-47767899496e" providerId="ADAL" clId="{11290D5E-812C-4B2B-94A2-2A1BD01151B4}" dt="2026-01-18T17:37:00.127" v="793" actId="5793"/>
        <pc:sldMkLst>
          <pc:docMk/>
          <pc:sldMk cId="4147770827" sldId="290"/>
        </pc:sldMkLst>
        <pc:spChg chg="mod">
          <ac:chgData name="Kirsten Hollister" userId="f82291c8-99d5-47cd-8c9c-47767899496e" providerId="ADAL" clId="{11290D5E-812C-4B2B-94A2-2A1BD01151B4}" dt="2026-01-18T17:36:53.794" v="791"/>
          <ac:spMkLst>
            <pc:docMk/>
            <pc:sldMk cId="4147770827" sldId="290"/>
            <ac:spMk id="2" creationId="{71F5562E-3514-D139-FC4D-0FCD5D9FB27C}"/>
          </ac:spMkLst>
        </pc:spChg>
        <pc:spChg chg="mod">
          <ac:chgData name="Kirsten Hollister" userId="f82291c8-99d5-47cd-8c9c-47767899496e" providerId="ADAL" clId="{11290D5E-812C-4B2B-94A2-2A1BD01151B4}" dt="2026-01-18T17:37:00.127" v="793" actId="5793"/>
          <ac:spMkLst>
            <pc:docMk/>
            <pc:sldMk cId="4147770827" sldId="290"/>
            <ac:spMk id="3" creationId="{9994F0C8-63BE-7AA1-8F07-A91621404300}"/>
          </ac:spMkLst>
        </pc:spChg>
      </pc:sldChg>
      <pc:sldChg chg="modSp new add del mod">
        <pc:chgData name="Kirsten Hollister" userId="f82291c8-99d5-47cd-8c9c-47767899496e" providerId="ADAL" clId="{11290D5E-812C-4B2B-94A2-2A1BD01151B4}" dt="2026-01-18T17:38:09.415" v="814" actId="47"/>
        <pc:sldMkLst>
          <pc:docMk/>
          <pc:sldMk cId="2499202386" sldId="291"/>
        </pc:sldMkLst>
        <pc:spChg chg="mod">
          <ac:chgData name="Kirsten Hollister" userId="f82291c8-99d5-47cd-8c9c-47767899496e" providerId="ADAL" clId="{11290D5E-812C-4B2B-94A2-2A1BD01151B4}" dt="2026-01-18T17:37:12.762" v="794"/>
          <ac:spMkLst>
            <pc:docMk/>
            <pc:sldMk cId="2499202386" sldId="291"/>
            <ac:spMk id="2" creationId="{7E863199-B0B7-2585-0E52-55BA64850A85}"/>
          </ac:spMkLst>
        </pc:spChg>
        <pc:spChg chg="mod">
          <ac:chgData name="Kirsten Hollister" userId="f82291c8-99d5-47cd-8c9c-47767899496e" providerId="ADAL" clId="{11290D5E-812C-4B2B-94A2-2A1BD01151B4}" dt="2026-01-18T17:37:26.233" v="812" actId="20577"/>
          <ac:spMkLst>
            <pc:docMk/>
            <pc:sldMk cId="2499202386" sldId="291"/>
            <ac:spMk id="3" creationId="{68C4DCA3-7446-5611-65DD-2D3BE49CD08B}"/>
          </ac:spMkLst>
        </pc:spChg>
      </pc:sldChg>
      <pc:sldChg chg="modSp new mod">
        <pc:chgData name="Kirsten Hollister" userId="f82291c8-99d5-47cd-8c9c-47767899496e" providerId="ADAL" clId="{11290D5E-812C-4B2B-94A2-2A1BD01151B4}" dt="2026-01-18T17:40:16.745" v="837" actId="20577"/>
        <pc:sldMkLst>
          <pc:docMk/>
          <pc:sldMk cId="891871374" sldId="292"/>
        </pc:sldMkLst>
        <pc:spChg chg="mod">
          <ac:chgData name="Kirsten Hollister" userId="f82291c8-99d5-47cd-8c9c-47767899496e" providerId="ADAL" clId="{11290D5E-812C-4B2B-94A2-2A1BD01151B4}" dt="2026-01-18T17:38:49.080" v="817"/>
          <ac:spMkLst>
            <pc:docMk/>
            <pc:sldMk cId="891871374" sldId="292"/>
            <ac:spMk id="2" creationId="{F78D6102-8D76-77FE-71DF-2E8F3963ADE3}"/>
          </ac:spMkLst>
        </pc:spChg>
        <pc:spChg chg="mod">
          <ac:chgData name="Kirsten Hollister" userId="f82291c8-99d5-47cd-8c9c-47767899496e" providerId="ADAL" clId="{11290D5E-812C-4B2B-94A2-2A1BD01151B4}" dt="2026-01-18T17:40:16.745" v="837" actId="20577"/>
          <ac:spMkLst>
            <pc:docMk/>
            <pc:sldMk cId="891871374" sldId="292"/>
            <ac:spMk id="3" creationId="{8227733F-34A3-F220-170E-324820E3C1B5}"/>
          </ac:spMkLst>
        </pc:spChg>
      </pc:sldChg>
      <pc:sldChg chg="new del">
        <pc:chgData name="Kirsten Hollister" userId="f82291c8-99d5-47cd-8c9c-47767899496e" providerId="ADAL" clId="{11290D5E-812C-4B2B-94A2-2A1BD01151B4}" dt="2026-01-18T17:38:11.803" v="815" actId="47"/>
        <pc:sldMkLst>
          <pc:docMk/>
          <pc:sldMk cId="3789262111" sldId="292"/>
        </pc:sldMkLst>
      </pc:sldChg>
      <pc:sldChg chg="modSp new mod">
        <pc:chgData name="Kirsten Hollister" userId="f82291c8-99d5-47cd-8c9c-47767899496e" providerId="ADAL" clId="{11290D5E-812C-4B2B-94A2-2A1BD01151B4}" dt="2026-01-18T17:40:42.398" v="842" actId="20577"/>
        <pc:sldMkLst>
          <pc:docMk/>
          <pc:sldMk cId="4155509194" sldId="293"/>
        </pc:sldMkLst>
        <pc:spChg chg="mod">
          <ac:chgData name="Kirsten Hollister" userId="f82291c8-99d5-47cd-8c9c-47767899496e" providerId="ADAL" clId="{11290D5E-812C-4B2B-94A2-2A1BD01151B4}" dt="2026-01-18T17:40:25.848" v="839"/>
          <ac:spMkLst>
            <pc:docMk/>
            <pc:sldMk cId="4155509194" sldId="293"/>
            <ac:spMk id="2" creationId="{C9244643-D548-BBF2-83D1-2F015ED602E6}"/>
          </ac:spMkLst>
        </pc:spChg>
        <pc:spChg chg="mod">
          <ac:chgData name="Kirsten Hollister" userId="f82291c8-99d5-47cd-8c9c-47767899496e" providerId="ADAL" clId="{11290D5E-812C-4B2B-94A2-2A1BD01151B4}" dt="2026-01-18T17:40:42.398" v="842" actId="20577"/>
          <ac:spMkLst>
            <pc:docMk/>
            <pc:sldMk cId="4155509194" sldId="293"/>
            <ac:spMk id="3" creationId="{1BF66A2D-D50F-323D-6791-5AC7F959194C}"/>
          </ac:spMkLst>
        </pc:spChg>
      </pc:sldChg>
      <pc:sldChg chg="modSp new mod">
        <pc:chgData name="Kirsten Hollister" userId="f82291c8-99d5-47cd-8c9c-47767899496e" providerId="ADAL" clId="{11290D5E-812C-4B2B-94A2-2A1BD01151B4}" dt="2026-01-18T17:41:03.498" v="846" actId="5793"/>
        <pc:sldMkLst>
          <pc:docMk/>
          <pc:sldMk cId="1462988083" sldId="294"/>
        </pc:sldMkLst>
        <pc:spChg chg="mod">
          <ac:chgData name="Kirsten Hollister" userId="f82291c8-99d5-47cd-8c9c-47767899496e" providerId="ADAL" clId="{11290D5E-812C-4B2B-94A2-2A1BD01151B4}" dt="2026-01-18T17:40:53.982" v="844"/>
          <ac:spMkLst>
            <pc:docMk/>
            <pc:sldMk cId="1462988083" sldId="294"/>
            <ac:spMk id="2" creationId="{84A3C189-3FAF-0483-E9E3-097AECDFFD31}"/>
          </ac:spMkLst>
        </pc:spChg>
        <pc:spChg chg="mod">
          <ac:chgData name="Kirsten Hollister" userId="f82291c8-99d5-47cd-8c9c-47767899496e" providerId="ADAL" clId="{11290D5E-812C-4B2B-94A2-2A1BD01151B4}" dt="2026-01-18T17:41:03.498" v="846" actId="5793"/>
          <ac:spMkLst>
            <pc:docMk/>
            <pc:sldMk cId="1462988083" sldId="294"/>
            <ac:spMk id="3" creationId="{B0EF6DAF-8CDB-7050-4CAC-2E91385290B7}"/>
          </ac:spMkLst>
        </pc:spChg>
      </pc:sldChg>
      <pc:sldChg chg="modSp new mod">
        <pc:chgData name="Kirsten Hollister" userId="f82291c8-99d5-47cd-8c9c-47767899496e" providerId="ADAL" clId="{11290D5E-812C-4B2B-94A2-2A1BD01151B4}" dt="2026-01-18T17:41:22.504" v="850" actId="5793"/>
        <pc:sldMkLst>
          <pc:docMk/>
          <pc:sldMk cId="46755697" sldId="295"/>
        </pc:sldMkLst>
        <pc:spChg chg="mod">
          <ac:chgData name="Kirsten Hollister" userId="f82291c8-99d5-47cd-8c9c-47767899496e" providerId="ADAL" clId="{11290D5E-812C-4B2B-94A2-2A1BD01151B4}" dt="2026-01-18T17:41:14.253" v="848"/>
          <ac:spMkLst>
            <pc:docMk/>
            <pc:sldMk cId="46755697" sldId="295"/>
            <ac:spMk id="2" creationId="{6E3F0CF4-A03D-BA24-2319-1E594DDF4EED}"/>
          </ac:spMkLst>
        </pc:spChg>
        <pc:spChg chg="mod">
          <ac:chgData name="Kirsten Hollister" userId="f82291c8-99d5-47cd-8c9c-47767899496e" providerId="ADAL" clId="{11290D5E-812C-4B2B-94A2-2A1BD01151B4}" dt="2026-01-18T17:41:22.504" v="850" actId="5793"/>
          <ac:spMkLst>
            <pc:docMk/>
            <pc:sldMk cId="46755697" sldId="295"/>
            <ac:spMk id="3" creationId="{2043A538-8030-6BF2-E73A-16B3DF5B096C}"/>
          </ac:spMkLst>
        </pc:spChg>
      </pc:sldChg>
      <pc:sldChg chg="modSp new mod">
        <pc:chgData name="Kirsten Hollister" userId="f82291c8-99d5-47cd-8c9c-47767899496e" providerId="ADAL" clId="{11290D5E-812C-4B2B-94A2-2A1BD01151B4}" dt="2026-01-18T17:42:09.880" v="893" actId="20577"/>
        <pc:sldMkLst>
          <pc:docMk/>
          <pc:sldMk cId="3945034687" sldId="296"/>
        </pc:sldMkLst>
        <pc:spChg chg="mod">
          <ac:chgData name="Kirsten Hollister" userId="f82291c8-99d5-47cd-8c9c-47767899496e" providerId="ADAL" clId="{11290D5E-812C-4B2B-94A2-2A1BD01151B4}" dt="2026-01-18T17:41:33.648" v="852"/>
          <ac:spMkLst>
            <pc:docMk/>
            <pc:sldMk cId="3945034687" sldId="296"/>
            <ac:spMk id="2" creationId="{E4E24917-33A1-FC77-9052-7B1AFFC42C2D}"/>
          </ac:spMkLst>
        </pc:spChg>
        <pc:spChg chg="mod">
          <ac:chgData name="Kirsten Hollister" userId="f82291c8-99d5-47cd-8c9c-47767899496e" providerId="ADAL" clId="{11290D5E-812C-4B2B-94A2-2A1BD01151B4}" dt="2026-01-18T17:42:09.880" v="893" actId="20577"/>
          <ac:spMkLst>
            <pc:docMk/>
            <pc:sldMk cId="3945034687" sldId="296"/>
            <ac:spMk id="3" creationId="{D9220E81-45C6-79C9-432E-447BDB02F55D}"/>
          </ac:spMkLst>
        </pc:spChg>
      </pc:sldChg>
      <pc:sldChg chg="modSp new mod">
        <pc:chgData name="Kirsten Hollister" userId="f82291c8-99d5-47cd-8c9c-47767899496e" providerId="ADAL" clId="{11290D5E-812C-4B2B-94A2-2A1BD01151B4}" dt="2026-01-18T17:42:35.023" v="897" actId="5793"/>
        <pc:sldMkLst>
          <pc:docMk/>
          <pc:sldMk cId="1874838436" sldId="297"/>
        </pc:sldMkLst>
        <pc:spChg chg="mod">
          <ac:chgData name="Kirsten Hollister" userId="f82291c8-99d5-47cd-8c9c-47767899496e" providerId="ADAL" clId="{11290D5E-812C-4B2B-94A2-2A1BD01151B4}" dt="2026-01-18T17:42:28.068" v="895"/>
          <ac:spMkLst>
            <pc:docMk/>
            <pc:sldMk cId="1874838436" sldId="297"/>
            <ac:spMk id="2" creationId="{5B10CCC3-50BC-EF7D-9267-7993654F5C3E}"/>
          </ac:spMkLst>
        </pc:spChg>
        <pc:spChg chg="mod">
          <ac:chgData name="Kirsten Hollister" userId="f82291c8-99d5-47cd-8c9c-47767899496e" providerId="ADAL" clId="{11290D5E-812C-4B2B-94A2-2A1BD01151B4}" dt="2026-01-18T17:42:35.023" v="897" actId="5793"/>
          <ac:spMkLst>
            <pc:docMk/>
            <pc:sldMk cId="1874838436" sldId="297"/>
            <ac:spMk id="3" creationId="{9A16828C-6B49-4A12-5959-EA69EED42839}"/>
          </ac:spMkLst>
        </pc:spChg>
      </pc:sldChg>
      <pc:sldChg chg="modSp new mod">
        <pc:chgData name="Kirsten Hollister" userId="f82291c8-99d5-47cd-8c9c-47767899496e" providerId="ADAL" clId="{11290D5E-812C-4B2B-94A2-2A1BD01151B4}" dt="2026-01-18T17:42:54.121" v="901"/>
        <pc:sldMkLst>
          <pc:docMk/>
          <pc:sldMk cId="2113421527" sldId="298"/>
        </pc:sldMkLst>
        <pc:spChg chg="mod">
          <ac:chgData name="Kirsten Hollister" userId="f82291c8-99d5-47cd-8c9c-47767899496e" providerId="ADAL" clId="{11290D5E-812C-4B2B-94A2-2A1BD01151B4}" dt="2026-01-18T17:42:49.115" v="900" actId="20577"/>
          <ac:spMkLst>
            <pc:docMk/>
            <pc:sldMk cId="2113421527" sldId="298"/>
            <ac:spMk id="2" creationId="{5ED62BE4-70A1-079B-1930-5A10720C2AD5}"/>
          </ac:spMkLst>
        </pc:spChg>
        <pc:spChg chg="mod">
          <ac:chgData name="Kirsten Hollister" userId="f82291c8-99d5-47cd-8c9c-47767899496e" providerId="ADAL" clId="{11290D5E-812C-4B2B-94A2-2A1BD01151B4}" dt="2026-01-18T17:42:54.121" v="901"/>
          <ac:spMkLst>
            <pc:docMk/>
            <pc:sldMk cId="2113421527" sldId="298"/>
            <ac:spMk id="3" creationId="{B0537459-008D-4C79-8BE2-ED610974D1FF}"/>
          </ac:spMkLst>
        </pc:spChg>
      </pc:sldChg>
      <pc:sldChg chg="modSp new mod">
        <pc:chgData name="Kirsten Hollister" userId="f82291c8-99d5-47cd-8c9c-47767899496e" providerId="ADAL" clId="{11290D5E-812C-4B2B-94A2-2A1BD01151B4}" dt="2026-01-18T18:11:31.586" v="1593" actId="20577"/>
        <pc:sldMkLst>
          <pc:docMk/>
          <pc:sldMk cId="2724012101" sldId="299"/>
        </pc:sldMkLst>
        <pc:spChg chg="mod">
          <ac:chgData name="Kirsten Hollister" userId="f82291c8-99d5-47cd-8c9c-47767899496e" providerId="ADAL" clId="{11290D5E-812C-4B2B-94A2-2A1BD01151B4}" dt="2026-01-18T17:51:09.224" v="975" actId="20577"/>
          <ac:spMkLst>
            <pc:docMk/>
            <pc:sldMk cId="2724012101" sldId="299"/>
            <ac:spMk id="2" creationId="{63593C6D-DF49-F5EF-692D-7F6F315E362E}"/>
          </ac:spMkLst>
        </pc:spChg>
        <pc:spChg chg="mod">
          <ac:chgData name="Kirsten Hollister" userId="f82291c8-99d5-47cd-8c9c-47767899496e" providerId="ADAL" clId="{11290D5E-812C-4B2B-94A2-2A1BD01151B4}" dt="2026-01-18T18:11:31.586" v="1593" actId="20577"/>
          <ac:spMkLst>
            <pc:docMk/>
            <pc:sldMk cId="2724012101" sldId="299"/>
            <ac:spMk id="3" creationId="{63BC49DA-550C-14B3-2656-E0F95EDB40AE}"/>
          </ac:spMkLst>
        </pc:spChg>
      </pc:sldChg>
      <pc:sldChg chg="modSp new mod">
        <pc:chgData name="Kirsten Hollister" userId="f82291c8-99d5-47cd-8c9c-47767899496e" providerId="ADAL" clId="{11290D5E-812C-4B2B-94A2-2A1BD01151B4}" dt="2026-01-18T18:11:42.572" v="1623" actId="20577"/>
        <pc:sldMkLst>
          <pc:docMk/>
          <pc:sldMk cId="2589144974" sldId="300"/>
        </pc:sldMkLst>
        <pc:spChg chg="mod">
          <ac:chgData name="Kirsten Hollister" userId="f82291c8-99d5-47cd-8c9c-47767899496e" providerId="ADAL" clId="{11290D5E-812C-4B2B-94A2-2A1BD01151B4}" dt="2026-01-18T18:11:01.950" v="1479" actId="20577"/>
          <ac:spMkLst>
            <pc:docMk/>
            <pc:sldMk cId="2589144974" sldId="300"/>
            <ac:spMk id="2" creationId="{BCD3DC24-DCE5-9D5E-95E7-2433117A9C08}"/>
          </ac:spMkLst>
        </pc:spChg>
        <pc:spChg chg="mod">
          <ac:chgData name="Kirsten Hollister" userId="f82291c8-99d5-47cd-8c9c-47767899496e" providerId="ADAL" clId="{11290D5E-812C-4B2B-94A2-2A1BD01151B4}" dt="2026-01-18T18:11:42.572" v="1623" actId="20577"/>
          <ac:spMkLst>
            <pc:docMk/>
            <pc:sldMk cId="2589144974" sldId="300"/>
            <ac:spMk id="3" creationId="{7325A9A1-58B5-8E69-0467-7D13E201490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DD41E-D5B1-46F3-9563-0FC1E821A1F3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0CA26-C510-448F-95E1-DBE1937CAC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17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do you notice about the pattern of responses at first glance?</a:t>
            </a:r>
          </a:p>
          <a:p>
            <a:r>
              <a:rPr lang="en-GB" dirty="0"/>
              <a:t>What is the dataset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0CA26-C510-448F-95E1-DBE1937CAC8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02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0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33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62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22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89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42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20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74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784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21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77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536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Processing and Analysing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fontAlgn="base"/>
            <a:r>
              <a:rPr lang="en-GB" dirty="0"/>
              <a:t>DPDD Occupational Specialism 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Week 18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0F553-76A0-DFEE-1B9E-4A7FF48A1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4EA3D-79CC-956E-41AE-A07CD667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By the end of Monday, students will be able to:</a:t>
            </a:r>
          </a:p>
          <a:p>
            <a:r>
              <a:rPr lang="en-GB" dirty="0"/>
              <a:t>Clean and structure a survey dataset in Excel and compute Top‑2/Bottom‑2 box, means, and dispersion per item and group.</a:t>
            </a:r>
          </a:p>
          <a:p>
            <a:r>
              <a:rPr lang="en-GB" dirty="0"/>
              <a:t>Build PivotTables and create a diverging Likert stacked bar chart to communicate results.</a:t>
            </a:r>
          </a:p>
          <a:p>
            <a:r>
              <a:rPr lang="en-GB" dirty="0"/>
              <a:t>Apply Braun &amp; Clarke’s six phases to develop a defensible theme framework from item wording (and any comments, if present).</a:t>
            </a:r>
          </a:p>
          <a:p>
            <a:r>
              <a:rPr lang="en-GB" dirty="0"/>
              <a:t>Combine quant and qual via a joint display (themes × key metrics) and write a concise, evidence‑based conclusion with limitations and next steps.</a:t>
            </a:r>
          </a:p>
        </p:txBody>
      </p:sp>
    </p:spTree>
    <p:extLst>
      <p:ext uri="{BB962C8B-B14F-4D97-AF65-F5344CB8AC3E}">
        <p14:creationId xmlns:p14="http://schemas.microsoft.com/office/powerpoint/2010/main" val="113292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4F70-2D73-5136-2781-625AC135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Impressions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001A-058C-F045-E182-FC617A4C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Open the dataset and explore:</a:t>
            </a:r>
          </a:p>
          <a:p>
            <a:endParaRPr lang="en-GB" dirty="0"/>
          </a:p>
          <a:p>
            <a:r>
              <a:rPr lang="en-GB" dirty="0"/>
              <a:t>number of rows</a:t>
            </a:r>
          </a:p>
          <a:p>
            <a:r>
              <a:rPr lang="en-GB" dirty="0"/>
              <a:t>variables available</a:t>
            </a:r>
          </a:p>
          <a:p>
            <a:r>
              <a:rPr lang="en-GB" dirty="0"/>
              <a:t>what each column means</a:t>
            </a:r>
          </a:p>
          <a:p>
            <a:r>
              <a:rPr lang="en-GB" dirty="0"/>
              <a:t>response range </a:t>
            </a:r>
          </a:p>
          <a:p>
            <a:r>
              <a:rPr lang="en-GB" dirty="0"/>
              <a:t>anything that looks unusual or interesting</a:t>
            </a:r>
          </a:p>
        </p:txBody>
      </p:sp>
    </p:spTree>
    <p:extLst>
      <p:ext uri="{BB962C8B-B14F-4D97-AF65-F5344CB8AC3E}">
        <p14:creationId xmlns:p14="http://schemas.microsoft.com/office/powerpoint/2010/main" val="3577204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433BBC-7299-F9C2-8DB5-7D1031E9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Quantitative Data?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3746D3-139A-F1ED-EFB0-CD5903E37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numerical values that can be counted, averaged, or compared</a:t>
            </a:r>
          </a:p>
          <a:p>
            <a:r>
              <a:rPr lang="en-GB" dirty="0"/>
              <a:t>used to identify trends and patterns</a:t>
            </a:r>
          </a:p>
          <a:p>
            <a:r>
              <a:rPr lang="en-GB" dirty="0"/>
              <a:t>allows clear, evidence‑based decision-making</a:t>
            </a:r>
          </a:p>
          <a:p>
            <a:pPr marL="45720" indent="0">
              <a:buNone/>
            </a:pPr>
            <a:r>
              <a:rPr lang="en-GB" dirty="0"/>
              <a:t>Examples in this dataset:</a:t>
            </a:r>
          </a:p>
          <a:p>
            <a:r>
              <a:rPr lang="en-GB" dirty="0" err="1"/>
              <a:t>Answer_Numeric</a:t>
            </a:r>
            <a:r>
              <a:rPr lang="en-GB" dirty="0"/>
              <a:t> (0–4)</a:t>
            </a:r>
          </a:p>
          <a:p>
            <a:r>
              <a:rPr lang="en-GB" dirty="0"/>
              <a:t>Year (2019–2021)</a:t>
            </a:r>
          </a:p>
          <a:p>
            <a:r>
              <a:rPr lang="en-GB" dirty="0"/>
              <a:t>Role, Department (categorical → grouped summaries)</a:t>
            </a:r>
          </a:p>
        </p:txBody>
      </p:sp>
    </p:spTree>
    <p:extLst>
      <p:ext uri="{BB962C8B-B14F-4D97-AF65-F5344CB8AC3E}">
        <p14:creationId xmlns:p14="http://schemas.microsoft.com/office/powerpoint/2010/main" val="2630663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41C4-97E3-EE10-09D1-5B05FB2F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Likert Scales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3141C-B918-4144-5676-7D31390034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GB" dirty="0"/>
              <a:t>A Likert scale measures attitudes using set response points.</a:t>
            </a:r>
          </a:p>
          <a:p>
            <a:pPr marL="45720" indent="0">
              <a:buNone/>
            </a:pPr>
            <a:r>
              <a:rPr lang="en-GB" dirty="0"/>
              <a:t>Our scale: 0–4</a:t>
            </a:r>
          </a:p>
          <a:p>
            <a:endParaRPr lang="en-GB" dirty="0"/>
          </a:p>
          <a:p>
            <a:pPr marL="45720" indent="0">
              <a:buNone/>
            </a:pPr>
            <a:r>
              <a:rPr lang="en-GB" dirty="0"/>
              <a:t>0 = Not applicable</a:t>
            </a:r>
          </a:p>
          <a:p>
            <a:pPr marL="45720" indent="0">
              <a:buNone/>
            </a:pPr>
            <a:r>
              <a:rPr lang="en-GB" dirty="0"/>
              <a:t>1 = Strongly disagree</a:t>
            </a:r>
          </a:p>
          <a:p>
            <a:pPr marL="45720" indent="0">
              <a:buNone/>
            </a:pPr>
            <a:r>
              <a:rPr lang="en-GB" dirty="0"/>
              <a:t>2 = Disagree</a:t>
            </a:r>
          </a:p>
          <a:p>
            <a:pPr marL="45720" indent="0">
              <a:buNone/>
            </a:pPr>
            <a:r>
              <a:rPr lang="en-GB" dirty="0"/>
              <a:t>3 = Agree</a:t>
            </a:r>
          </a:p>
          <a:p>
            <a:pPr marL="45720" indent="0">
              <a:buNone/>
            </a:pPr>
            <a:r>
              <a:rPr lang="en-GB" dirty="0"/>
              <a:t>4 = Strongly agree</a:t>
            </a:r>
          </a:p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F17FA5-B592-E52C-2DE1-6C83A819AA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GB" dirty="0"/>
              <a:t>Why it matters:</a:t>
            </a:r>
          </a:p>
          <a:p>
            <a:endParaRPr lang="en-GB" dirty="0"/>
          </a:p>
          <a:p>
            <a:r>
              <a:rPr lang="en-GB" dirty="0"/>
              <a:t>supports frequency counts</a:t>
            </a:r>
          </a:p>
          <a:p>
            <a:r>
              <a:rPr lang="en-GB" dirty="0"/>
              <a:t>supports averages and medians</a:t>
            </a:r>
          </a:p>
          <a:p>
            <a:r>
              <a:rPr lang="en-GB" dirty="0"/>
              <a:t>enables Top‑2 / Bottom‑2 agreement analysis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0441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6411-5FEA-CD04-A84F-43E565BC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DFEFB-7BAA-1167-12E0-C20DFF15AF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GB" dirty="0"/>
              <a:t>A distribution shows how values spread across response categories.</a:t>
            </a:r>
          </a:p>
          <a:p>
            <a:pPr marL="45720" indent="0">
              <a:buNone/>
            </a:pPr>
            <a:r>
              <a:rPr lang="en-GB" dirty="0"/>
              <a:t>Useful for detecting:</a:t>
            </a:r>
          </a:p>
          <a:p>
            <a:r>
              <a:rPr lang="en-GB" dirty="0"/>
              <a:t>skew (lots of high or low scores)</a:t>
            </a:r>
          </a:p>
          <a:p>
            <a:r>
              <a:rPr lang="en-GB" dirty="0"/>
              <a:t>outliers</a:t>
            </a:r>
          </a:p>
          <a:p>
            <a:r>
              <a:rPr lang="en-GB" dirty="0"/>
              <a:t>central tendency (mode, median)</a:t>
            </a:r>
          </a:p>
          <a:p>
            <a:pPr marL="45720" indent="0">
              <a:buNone/>
            </a:pPr>
            <a:r>
              <a:rPr lang="en-GB" dirty="0"/>
              <a:t>In engagement surveys, skew towards high scores is common.</a:t>
            </a:r>
          </a:p>
        </p:txBody>
      </p:sp>
      <p:pic>
        <p:nvPicPr>
          <p:cNvPr id="8" name="Content Placeholder 7" descr="A graph of numbers and a number of numbers&#10;&#10;AI-generated content may be incorrect.">
            <a:extLst>
              <a:ext uri="{FF2B5EF4-FFF2-40B4-BE49-F238E27FC236}">
                <a16:creationId xmlns:a16="http://schemas.microsoft.com/office/drawing/2014/main" id="{245B6337-8AAB-1F19-E6B0-9C94278B11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8975" y="381106"/>
            <a:ext cx="4754563" cy="316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433D7E-C712-EA4B-263D-6905A3342C60}"/>
              </a:ext>
            </a:extLst>
          </p:cNvPr>
          <p:cNvSpPr txBox="1"/>
          <p:nvPr/>
        </p:nvSpPr>
        <p:spPr>
          <a:xfrm>
            <a:off x="7286625" y="3550814"/>
            <a:ext cx="45069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Most answers fall in the 3–4 range, showing strong agreement.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Very few responses fall into the lower categories (1–2).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This creates a positive skew, which is typical for engagement surveys.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 mode is 4, meaning Strongly Agree is the most common rating.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 median is 3, showing the central response is Agree.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Outliers (0s, 1s) may indicate pockets of dissatisfaction or missing data.</a:t>
            </a:r>
          </a:p>
        </p:txBody>
      </p:sp>
    </p:spTree>
    <p:extLst>
      <p:ext uri="{BB962C8B-B14F-4D97-AF65-F5344CB8AC3E}">
        <p14:creationId xmlns:p14="http://schemas.microsoft.com/office/powerpoint/2010/main" val="1063343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BECDB0-77DD-3985-CFC7-84DD4C4B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Overview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929C9-EB03-B11F-4B53-1BE74794F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Years: 2019, 2020, 2021</a:t>
            </a:r>
          </a:p>
          <a:p>
            <a:r>
              <a:rPr lang="en-GB" dirty="0"/>
              <a:t>Roles: Staff, Supervisor, Manager, Lead, Director</a:t>
            </a:r>
          </a:p>
          <a:p>
            <a:r>
              <a:rPr lang="en-GB" dirty="0"/>
              <a:t>Departments: multiple operational and corporate teams</a:t>
            </a:r>
          </a:p>
          <a:p>
            <a:r>
              <a:rPr lang="en-GB" dirty="0"/>
              <a:t>One core question: “I know what is expected of me at work.”</a:t>
            </a:r>
          </a:p>
          <a:p>
            <a:r>
              <a:rPr lang="en-GB" dirty="0"/>
              <a:t>Numeric responses 0–4</a:t>
            </a:r>
          </a:p>
          <a:p>
            <a:r>
              <a:rPr lang="en-GB" dirty="0"/>
              <a:t>Synthetic free‑text comments (not used yet)</a:t>
            </a:r>
          </a:p>
        </p:txBody>
      </p:sp>
    </p:spTree>
    <p:extLst>
      <p:ext uri="{BB962C8B-B14F-4D97-AF65-F5344CB8AC3E}">
        <p14:creationId xmlns:p14="http://schemas.microsoft.com/office/powerpoint/2010/main" val="110187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06F8-B8BC-4ED9-D1C0-DF0EBF75B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Frequency Tables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BF452-DADC-8581-DD57-C96203A4DE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Frequency tables show how often each response occurs.</a:t>
            </a:r>
          </a:p>
          <a:p>
            <a:pPr marL="45720" indent="0">
              <a:buNone/>
            </a:pPr>
            <a:r>
              <a:rPr lang="en-GB" dirty="0"/>
              <a:t>Useful for:</a:t>
            </a:r>
          </a:p>
          <a:p>
            <a:endParaRPr lang="en-GB" dirty="0"/>
          </a:p>
          <a:p>
            <a:r>
              <a:rPr lang="en-GB" dirty="0"/>
              <a:t>identifying dominant responses</a:t>
            </a:r>
          </a:p>
          <a:p>
            <a:r>
              <a:rPr lang="en-GB" dirty="0"/>
              <a:t>preparing for bar charts or histograms</a:t>
            </a:r>
          </a:p>
          <a:p>
            <a:r>
              <a:rPr lang="en-GB" dirty="0"/>
              <a:t>checking data quality</a:t>
            </a:r>
          </a:p>
          <a:p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1E2386D-71BC-4B77-53CD-8A31DD8FFC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1791664"/>
              </p:ext>
            </p:extLst>
          </p:nvPr>
        </p:nvGraphicFramePr>
        <p:xfrm>
          <a:off x="6578266" y="2199612"/>
          <a:ext cx="4754562" cy="245877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377281">
                  <a:extLst>
                    <a:ext uri="{9D8B030D-6E8A-4147-A177-3AD203B41FA5}">
                      <a16:colId xmlns:a16="http://schemas.microsoft.com/office/drawing/2014/main" val="4144543668"/>
                    </a:ext>
                  </a:extLst>
                </a:gridCol>
                <a:gridCol w="2377281">
                  <a:extLst>
                    <a:ext uri="{9D8B030D-6E8A-4147-A177-3AD203B41FA5}">
                      <a16:colId xmlns:a16="http://schemas.microsoft.com/office/drawing/2014/main" val="2156029421"/>
                    </a:ext>
                  </a:extLst>
                </a:gridCol>
              </a:tblGrid>
              <a:tr h="1761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 err="1">
                          <a:effectLst/>
                        </a:rPr>
                        <a:t>Answer_Numeric</a:t>
                      </a:r>
                      <a:endParaRPr lang="en-GB" sz="2400" dirty="0">
                        <a:effectLst/>
                      </a:endParaRPr>
                    </a:p>
                  </a:txBody>
                  <a:tcPr marL="44036" marR="44036" marT="22018" marB="2201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effectLst/>
                        </a:rPr>
                        <a:t>Count</a:t>
                      </a:r>
                    </a:p>
                  </a:txBody>
                  <a:tcPr marL="44036" marR="44036" marT="22018" marB="22018" anchor="ctr"/>
                </a:tc>
                <a:extLst>
                  <a:ext uri="{0D108BD9-81ED-4DB2-BD59-A6C34878D82A}">
                    <a16:rowId xmlns:a16="http://schemas.microsoft.com/office/drawing/2014/main" val="2038519939"/>
                  </a:ext>
                </a:extLst>
              </a:tr>
              <a:tr h="1761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b="1">
                          <a:effectLst/>
                        </a:rPr>
                        <a:t>0</a:t>
                      </a:r>
                      <a:endParaRPr lang="en-GB" sz="2400">
                        <a:effectLst/>
                      </a:endParaRPr>
                    </a:p>
                  </a:txBody>
                  <a:tcPr marL="44036" marR="44036" marT="22018" marB="2201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>
                          <a:effectLst/>
                        </a:rPr>
                        <a:t>1</a:t>
                      </a:r>
                    </a:p>
                  </a:txBody>
                  <a:tcPr marL="44036" marR="44036" marT="22018" marB="22018" anchor="ctr"/>
                </a:tc>
                <a:extLst>
                  <a:ext uri="{0D108BD9-81ED-4DB2-BD59-A6C34878D82A}">
                    <a16:rowId xmlns:a16="http://schemas.microsoft.com/office/drawing/2014/main" val="1752018009"/>
                  </a:ext>
                </a:extLst>
              </a:tr>
              <a:tr h="1761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b="1" dirty="0">
                          <a:effectLst/>
                        </a:rPr>
                        <a:t>1</a:t>
                      </a:r>
                      <a:endParaRPr lang="en-GB" sz="2400" dirty="0">
                        <a:effectLst/>
                      </a:endParaRPr>
                    </a:p>
                  </a:txBody>
                  <a:tcPr marL="44036" marR="44036" marT="22018" marB="2201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>
                          <a:effectLst/>
                        </a:rPr>
                        <a:t>3</a:t>
                      </a:r>
                    </a:p>
                  </a:txBody>
                  <a:tcPr marL="44036" marR="44036" marT="22018" marB="22018" anchor="ctr"/>
                </a:tc>
                <a:extLst>
                  <a:ext uri="{0D108BD9-81ED-4DB2-BD59-A6C34878D82A}">
                    <a16:rowId xmlns:a16="http://schemas.microsoft.com/office/drawing/2014/main" val="1540455241"/>
                  </a:ext>
                </a:extLst>
              </a:tr>
              <a:tr h="1761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b="1">
                          <a:effectLst/>
                        </a:rPr>
                        <a:t>2</a:t>
                      </a:r>
                      <a:endParaRPr lang="en-GB" sz="2400">
                        <a:effectLst/>
                      </a:endParaRPr>
                    </a:p>
                  </a:txBody>
                  <a:tcPr marL="44036" marR="44036" marT="22018" marB="2201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>
                          <a:effectLst/>
                        </a:rPr>
                        <a:t>3</a:t>
                      </a:r>
                    </a:p>
                  </a:txBody>
                  <a:tcPr marL="44036" marR="44036" marT="22018" marB="22018" anchor="ctr"/>
                </a:tc>
                <a:extLst>
                  <a:ext uri="{0D108BD9-81ED-4DB2-BD59-A6C34878D82A}">
                    <a16:rowId xmlns:a16="http://schemas.microsoft.com/office/drawing/2014/main" val="715289838"/>
                  </a:ext>
                </a:extLst>
              </a:tr>
              <a:tr h="1761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b="1">
                          <a:effectLst/>
                        </a:rPr>
                        <a:t>3</a:t>
                      </a:r>
                      <a:endParaRPr lang="en-GB" sz="2400">
                        <a:effectLst/>
                      </a:endParaRPr>
                    </a:p>
                  </a:txBody>
                  <a:tcPr marL="44036" marR="44036" marT="22018" marB="2201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>
                          <a:effectLst/>
                        </a:rPr>
                        <a:t>40</a:t>
                      </a:r>
                    </a:p>
                  </a:txBody>
                  <a:tcPr marL="44036" marR="44036" marT="22018" marB="22018" anchor="ctr"/>
                </a:tc>
                <a:extLst>
                  <a:ext uri="{0D108BD9-81ED-4DB2-BD59-A6C34878D82A}">
                    <a16:rowId xmlns:a16="http://schemas.microsoft.com/office/drawing/2014/main" val="347640643"/>
                  </a:ext>
                </a:extLst>
              </a:tr>
              <a:tr h="1761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b="1">
                          <a:effectLst/>
                        </a:rPr>
                        <a:t>4</a:t>
                      </a:r>
                      <a:endParaRPr lang="en-GB" sz="2400">
                        <a:effectLst/>
                      </a:endParaRPr>
                    </a:p>
                  </a:txBody>
                  <a:tcPr marL="44036" marR="44036" marT="22018" marB="22018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GB" sz="2400" dirty="0">
                          <a:effectLst/>
                        </a:rPr>
                        <a:t>53</a:t>
                      </a:r>
                      <a:endParaRPr lang="en-GB" sz="24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4036" marR="44036" marT="22018" marB="22018" anchor="ctr"/>
                </a:tc>
                <a:extLst>
                  <a:ext uri="{0D108BD9-81ED-4DB2-BD59-A6C34878D82A}">
                    <a16:rowId xmlns:a16="http://schemas.microsoft.com/office/drawing/2014/main" val="2427599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874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953F-AD5C-4B68-9388-9EE676AEB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 a Frequency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DF854-BE39-75AD-3347-0D016D2858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Use </a:t>
            </a:r>
            <a:r>
              <a:rPr lang="en-GB" dirty="0" err="1"/>
              <a:t>answer_numeric</a:t>
            </a:r>
            <a:endParaRPr lang="en-GB" dirty="0"/>
          </a:p>
          <a:p>
            <a:r>
              <a:rPr lang="en-GB" dirty="0"/>
              <a:t>Count how many times each appears (COUNTIF)</a:t>
            </a:r>
          </a:p>
          <a:p>
            <a:r>
              <a:rPr lang="en-GB" dirty="0"/>
              <a:t>Build a bar chart from 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48575-B7AF-02EF-3ED8-4C2134D373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Use the Excel formulas sheet to help you.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Which response is most common?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Are there many low scores?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Does the distribution look skewed?</a:t>
            </a:r>
          </a:p>
        </p:txBody>
      </p:sp>
    </p:spTree>
    <p:extLst>
      <p:ext uri="{BB962C8B-B14F-4D97-AF65-F5344CB8AC3E}">
        <p14:creationId xmlns:p14="http://schemas.microsoft.com/office/powerpoint/2010/main" val="4030008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3598E6-039A-9741-B89D-B0523F44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Top‑2 and Bottom‑2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1399E-3990-0DF1-C07E-C3EAC9493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Top‑2 Box = % choosing 3 or 4</a:t>
            </a:r>
          </a:p>
          <a:p>
            <a:pPr marL="45720" indent="0">
              <a:buNone/>
            </a:pPr>
            <a:r>
              <a:rPr lang="en-GB" dirty="0"/>
              <a:t>Bottom‑2 Box = % choosing 1 or 2</a:t>
            </a:r>
          </a:p>
          <a:p>
            <a:pPr marL="45720" indent="0">
              <a:buNone/>
            </a:pPr>
            <a:r>
              <a:rPr lang="en-GB" dirty="0"/>
              <a:t>Why used:</a:t>
            </a:r>
          </a:p>
          <a:p>
            <a:endParaRPr lang="en-GB" dirty="0"/>
          </a:p>
          <a:p>
            <a:r>
              <a:rPr lang="en-GB" dirty="0"/>
              <a:t>simplifies interpretation</a:t>
            </a:r>
          </a:p>
          <a:p>
            <a:r>
              <a:rPr lang="en-GB" dirty="0"/>
              <a:t>focuses on “positive vs negative sentiment”</a:t>
            </a:r>
          </a:p>
          <a:p>
            <a:r>
              <a:rPr lang="en-GB" dirty="0"/>
              <a:t>allows comparisons across groups regardless of sample size</a:t>
            </a:r>
          </a:p>
        </p:txBody>
      </p:sp>
    </p:spTree>
    <p:extLst>
      <p:ext uri="{BB962C8B-B14F-4D97-AF65-F5344CB8AC3E}">
        <p14:creationId xmlns:p14="http://schemas.microsoft.com/office/powerpoint/2010/main" val="2298701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E5B2-93AA-24B6-65DC-AD396FE67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Weighting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D9A62-257F-F3C6-7865-4A8621554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Strongly agree (4) → +2</a:t>
            </a:r>
          </a:p>
          <a:p>
            <a:r>
              <a:rPr lang="en-GB" dirty="0"/>
              <a:t>Agree (3) → +1</a:t>
            </a:r>
          </a:p>
          <a:p>
            <a:r>
              <a:rPr lang="en-GB" dirty="0"/>
              <a:t>Disagree (2) → –1</a:t>
            </a:r>
          </a:p>
          <a:p>
            <a:r>
              <a:rPr lang="en-GB" dirty="0"/>
              <a:t>Strongly disagree (1) → –2</a:t>
            </a:r>
          </a:p>
          <a:p>
            <a:r>
              <a:rPr lang="en-GB"/>
              <a:t>0 values (N/A) are excluded from weighting</a:t>
            </a:r>
          </a:p>
        </p:txBody>
      </p:sp>
    </p:spTree>
    <p:extLst>
      <p:ext uri="{BB962C8B-B14F-4D97-AF65-F5344CB8AC3E}">
        <p14:creationId xmlns:p14="http://schemas.microsoft.com/office/powerpoint/2010/main" val="1299231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FDD2-A15D-253C-917C-64C1194DD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3D35C-17B0-2578-D473-E4BC2BFE7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PivotTables summarise data by categories.</a:t>
            </a:r>
          </a:p>
          <a:p>
            <a:pPr marL="45720" indent="0">
              <a:buNone/>
            </a:pPr>
            <a:r>
              <a:rPr lang="en-GB" dirty="0"/>
              <a:t>Useful for:</a:t>
            </a:r>
          </a:p>
          <a:p>
            <a:endParaRPr lang="en-GB" dirty="0"/>
          </a:p>
          <a:p>
            <a:r>
              <a:rPr lang="en-GB" dirty="0"/>
              <a:t>comparing groups (departments, roles, years)</a:t>
            </a:r>
          </a:p>
          <a:p>
            <a:r>
              <a:rPr lang="en-GB" dirty="0"/>
              <a:t>identifying where scores differ</a:t>
            </a:r>
          </a:p>
          <a:p>
            <a:r>
              <a:rPr lang="en-GB" dirty="0"/>
              <a:t>spotting potential areas for investigation</a:t>
            </a:r>
          </a:p>
        </p:txBody>
      </p:sp>
    </p:spTree>
    <p:extLst>
      <p:ext uri="{BB962C8B-B14F-4D97-AF65-F5344CB8AC3E}">
        <p14:creationId xmlns:p14="http://schemas.microsoft.com/office/powerpoint/2010/main" val="1210698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5B67C-8287-26E1-9514-4E4F0799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 Score by Department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FC7AC-2E36-DF42-EC39-D3AFF499D8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Steps:</a:t>
            </a:r>
          </a:p>
          <a:p>
            <a:endParaRPr lang="en-GB" dirty="0"/>
          </a:p>
          <a:p>
            <a:r>
              <a:rPr lang="en-GB" dirty="0"/>
              <a:t>Insert PivotTable</a:t>
            </a:r>
          </a:p>
          <a:p>
            <a:r>
              <a:rPr lang="en-GB" dirty="0"/>
              <a:t>Rows → Department</a:t>
            </a:r>
          </a:p>
          <a:p>
            <a:r>
              <a:rPr lang="en-GB" dirty="0"/>
              <a:t>Values → Average of </a:t>
            </a:r>
            <a:r>
              <a:rPr lang="en-GB" dirty="0" err="1"/>
              <a:t>Answer_Numeric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4FD557-1711-E897-103E-9C80E78308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Prompts:</a:t>
            </a:r>
          </a:p>
          <a:p>
            <a:endParaRPr lang="en-GB" dirty="0"/>
          </a:p>
          <a:p>
            <a:r>
              <a:rPr lang="en-GB" dirty="0"/>
              <a:t>Which departments score highest?</a:t>
            </a:r>
          </a:p>
          <a:p>
            <a:r>
              <a:rPr lang="en-GB" dirty="0"/>
              <a:t>Any departments consistently lower?</a:t>
            </a:r>
          </a:p>
          <a:p>
            <a:r>
              <a:rPr lang="en-GB" dirty="0"/>
              <a:t>Does the pattern make sense?</a:t>
            </a:r>
          </a:p>
          <a:p>
            <a:endParaRPr lang="en-GB" dirty="0"/>
          </a:p>
          <a:p>
            <a:pPr marL="45720" indent="0">
              <a:buNone/>
            </a:pPr>
            <a:r>
              <a:rPr lang="en-GB" dirty="0">
                <a:solidFill>
                  <a:schemeClr val="accent2"/>
                </a:solidFill>
              </a:rPr>
              <a:t>Try it with the full dataset (&gt;130k rows)</a:t>
            </a:r>
          </a:p>
        </p:txBody>
      </p:sp>
    </p:spTree>
    <p:extLst>
      <p:ext uri="{BB962C8B-B14F-4D97-AF65-F5344CB8AC3E}">
        <p14:creationId xmlns:p14="http://schemas.microsoft.com/office/powerpoint/2010/main" val="559817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02BAE-6407-6479-CA28-71B0A9439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Average Score by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2D5DE-800D-44F3-C997-06DA1A5566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Steps:</a:t>
            </a:r>
          </a:p>
          <a:p>
            <a:endParaRPr lang="en-GB" dirty="0"/>
          </a:p>
          <a:p>
            <a:r>
              <a:rPr lang="en-GB" dirty="0"/>
              <a:t>Insert PivotTable</a:t>
            </a:r>
          </a:p>
          <a:p>
            <a:r>
              <a:rPr lang="en-GB" dirty="0"/>
              <a:t>Rows → Role</a:t>
            </a:r>
          </a:p>
          <a:p>
            <a:r>
              <a:rPr lang="en-GB" dirty="0"/>
              <a:t>Values → Average of </a:t>
            </a:r>
            <a:r>
              <a:rPr lang="en-GB" dirty="0" err="1"/>
              <a:t>Answer_Numeric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54A04-EA86-BA30-901C-BB4349282F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Prompts:</a:t>
            </a:r>
          </a:p>
          <a:p>
            <a:endParaRPr lang="en-GB" dirty="0"/>
          </a:p>
          <a:p>
            <a:r>
              <a:rPr lang="en-GB" dirty="0"/>
              <a:t>Do supervisors/managers score higher than staff?</a:t>
            </a:r>
          </a:p>
          <a:p>
            <a:r>
              <a:rPr lang="en-GB" dirty="0"/>
              <a:t>Does responsibility level affect agreement?</a:t>
            </a:r>
          </a:p>
          <a:p>
            <a:endParaRPr lang="en-GB" dirty="0"/>
          </a:p>
          <a:p>
            <a:pPr marL="45720" indent="0">
              <a:buNone/>
            </a:pPr>
            <a:r>
              <a:rPr lang="en-GB" dirty="0">
                <a:solidFill>
                  <a:schemeClr val="accent2"/>
                </a:solidFill>
              </a:rPr>
              <a:t>Try it with the full dataset (&gt;130k rows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6670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36BE-AFED-A6E6-8524-A2F1BC85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Bringing It Together (Synthesis)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8A51D-396C-7977-2DDC-CA031C302D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Produce 3 short insights:</a:t>
            </a:r>
          </a:p>
          <a:p>
            <a:endParaRPr lang="en-GB" dirty="0"/>
          </a:p>
          <a:p>
            <a:r>
              <a:rPr lang="en-GB" dirty="0"/>
              <a:t>One about distributions</a:t>
            </a:r>
          </a:p>
          <a:p>
            <a:r>
              <a:rPr lang="en-GB" dirty="0"/>
              <a:t>One about group differences (role or department)</a:t>
            </a:r>
          </a:p>
          <a:p>
            <a:r>
              <a:rPr lang="en-GB" dirty="0"/>
              <a:t>One about trends or Top‑2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65E13-E47B-CC79-56F9-D316C2BC94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Insights must:</a:t>
            </a:r>
          </a:p>
          <a:p>
            <a:endParaRPr lang="en-GB" dirty="0"/>
          </a:p>
          <a:p>
            <a:r>
              <a:rPr lang="en-GB" dirty="0"/>
              <a:t>be factual</a:t>
            </a:r>
          </a:p>
          <a:p>
            <a:r>
              <a:rPr lang="en-GB" dirty="0"/>
              <a:t>be based on evidence</a:t>
            </a:r>
          </a:p>
          <a:p>
            <a:r>
              <a:rPr lang="en-GB" dirty="0"/>
              <a:t>avoid assumptions</a:t>
            </a:r>
          </a:p>
        </p:txBody>
      </p:sp>
    </p:spTree>
    <p:extLst>
      <p:ext uri="{BB962C8B-B14F-4D97-AF65-F5344CB8AC3E}">
        <p14:creationId xmlns:p14="http://schemas.microsoft.com/office/powerpoint/2010/main" val="172256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DCF81-F16C-1EC1-A535-BE7966AB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Quantitative analysis in Excel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9A279-8EF6-9233-A33B-7790FA45E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Monday</a:t>
            </a:r>
          </a:p>
        </p:txBody>
      </p:sp>
    </p:spTree>
    <p:extLst>
      <p:ext uri="{BB962C8B-B14F-4D97-AF65-F5344CB8AC3E}">
        <p14:creationId xmlns:p14="http://schemas.microsoft.com/office/powerpoint/2010/main" val="2370668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4CF36D-BD0B-CBF8-D633-ECE0069A4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Qualitative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A52A42-1BF2-D81B-B0A4-CD3FA5D99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Plain‑language statements written by individuals</a:t>
            </a:r>
          </a:p>
          <a:p>
            <a:r>
              <a:rPr lang="en-GB" dirty="0"/>
              <a:t>Express views, perceptions, concerns, frustrations, or suggestions</a:t>
            </a:r>
          </a:p>
          <a:p>
            <a:r>
              <a:rPr lang="en-GB" dirty="0"/>
              <a:t>Not structured; vary in clarity, tone, length</a:t>
            </a:r>
          </a:p>
          <a:p>
            <a:r>
              <a:rPr lang="en-GB" dirty="0"/>
              <a:t>Provide context that the numbers alone cannot reveal</a:t>
            </a:r>
          </a:p>
        </p:txBody>
      </p:sp>
    </p:spTree>
    <p:extLst>
      <p:ext uri="{BB962C8B-B14F-4D97-AF65-F5344CB8AC3E}">
        <p14:creationId xmlns:p14="http://schemas.microsoft.com/office/powerpoint/2010/main" val="2367492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12C1E-0C4A-1B13-922D-27891418D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Thematic analysis using Braun &amp; Clarke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28178-A374-8C19-A1F1-097EA7281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Monday</a:t>
            </a:r>
          </a:p>
        </p:txBody>
      </p:sp>
    </p:spTree>
    <p:extLst>
      <p:ext uri="{BB962C8B-B14F-4D97-AF65-F5344CB8AC3E}">
        <p14:creationId xmlns:p14="http://schemas.microsoft.com/office/powerpoint/2010/main" val="2671388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3BF81-BC7C-5F4C-363A-8C4C10F4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51" y="573505"/>
            <a:ext cx="9875520" cy="1356360"/>
          </a:xfrm>
        </p:spPr>
        <p:txBody>
          <a:bodyPr/>
          <a:lstStyle/>
          <a:p>
            <a:r>
              <a:rPr lang="en-GB" dirty="0"/>
              <a:t>Introduction to Thematic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3EEEDB-455A-1E8D-6005-BEFDDE155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Goal:</a:t>
            </a:r>
            <a:r>
              <a:rPr lang="en-GB" dirty="0"/>
              <a:t> To move beyond just reading comments to identifying patterned meanings (themes) across the whole dataset.</a:t>
            </a:r>
          </a:p>
          <a:p>
            <a:r>
              <a:rPr lang="en-GB" b="1" dirty="0"/>
              <a:t>Method:</a:t>
            </a:r>
            <a:r>
              <a:rPr lang="en-GB" dirty="0"/>
              <a:t> Braun and Clarke’s </a:t>
            </a:r>
            <a:r>
              <a:rPr lang="en-GB" i="1" dirty="0"/>
              <a:t>Reflexive Thematic Analysis</a:t>
            </a:r>
            <a:r>
              <a:rPr lang="en-GB" dirty="0"/>
              <a:t>.</a:t>
            </a:r>
          </a:p>
          <a:p>
            <a:r>
              <a:rPr lang="en-GB" b="1" dirty="0"/>
              <a:t>Why this?</a:t>
            </a:r>
            <a:r>
              <a:rPr lang="en-GB" dirty="0"/>
              <a:t> It is flexible and allows us to understand the "why" behind your engagement scores.</a:t>
            </a:r>
          </a:p>
          <a:p>
            <a:r>
              <a:rPr lang="en-GB" b="1" dirty="0"/>
              <a:t>The Data:</a:t>
            </a:r>
            <a:r>
              <a:rPr lang="en-GB" dirty="0"/>
              <a:t> We are focusing on the Improvement_Comments column (e.g., feedback on communication, leadership, and support).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193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DB9C369-DC23-63A2-C761-2636E0A46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72" y="1175020"/>
            <a:ext cx="11081175" cy="451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96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36F8-B394-A8D8-FFC6-4DA27E3D0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1 – Familiarisation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053FB-717F-15DE-3FBF-810A0414F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b="1" dirty="0"/>
              <a:t>Don’t start analysing yet. Just read.</a:t>
            </a:r>
            <a:endParaRPr lang="en-GB" dirty="0"/>
          </a:p>
          <a:p>
            <a:r>
              <a:rPr lang="en-GB" b="1" dirty="0"/>
              <a:t>The Task:</a:t>
            </a:r>
            <a:r>
              <a:rPr lang="en-GB" dirty="0"/>
              <a:t> Read every comment in the CSV. Do not take notes yet; just immerse yourself in the "voice" of the employees.</a:t>
            </a:r>
          </a:p>
          <a:p>
            <a:r>
              <a:rPr lang="en-GB" b="1" dirty="0"/>
              <a:t>HR Data Example:</a:t>
            </a:r>
            <a:r>
              <a:rPr lang="en-GB" dirty="0"/>
              <a:t> You’ll notice patterns emerging early—words like "transparency," "leadership," and "timing" appear frequently.</a:t>
            </a:r>
          </a:p>
          <a:p>
            <a:r>
              <a:rPr lang="en-GB" b="1" dirty="0"/>
              <a:t>Pro Tip:</a:t>
            </a:r>
            <a:r>
              <a:rPr lang="en-GB" dirty="0"/>
              <a:t> Even if you think you know what the issues are, read them all again to spot outliers or surprising perspectives.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2679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6412-D0D2-F6EF-592A-4774EA28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2 –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38795-4702-2037-42D1-7E8D3116A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sz="2400" b="1" dirty="0"/>
              <a:t>Labelling the building blocks.</a:t>
            </a:r>
            <a:endParaRPr lang="en-GB" sz="2400" dirty="0"/>
          </a:p>
          <a:p>
            <a:pPr lvl="0"/>
            <a:r>
              <a:rPr lang="en-GB" sz="2400" b="1" dirty="0"/>
              <a:t>The Task:</a:t>
            </a:r>
            <a:r>
              <a:rPr lang="en-GB" sz="2400" dirty="0"/>
              <a:t> Go through the data line-by-line and assign a short "code" to describe what is being said.</a:t>
            </a:r>
          </a:p>
          <a:p>
            <a:pPr lvl="0"/>
            <a:r>
              <a:rPr lang="en-GB" sz="2400" b="1" dirty="0"/>
              <a:t>Application to your data:</a:t>
            </a:r>
            <a:endParaRPr lang="en-GB" sz="2400" dirty="0"/>
          </a:p>
          <a:p>
            <a:pPr lvl="1"/>
            <a:r>
              <a:rPr lang="en-GB" i="1" dirty="0"/>
              <a:t>"Important information often arrives too late"</a:t>
            </a:r>
            <a:r>
              <a:rPr lang="en-GB" dirty="0"/>
              <a:t> </a:t>
            </a:r>
            <a:r>
              <a:rPr lang="en-GB" b="1" dirty="0"/>
              <a:t>Code:</a:t>
            </a:r>
            <a:r>
              <a:rPr lang="en-GB" dirty="0"/>
              <a:t> Poor Timing.</a:t>
            </a:r>
          </a:p>
          <a:p>
            <a:pPr lvl="1"/>
            <a:r>
              <a:rPr lang="en-GB" i="1" dirty="0"/>
              <a:t>"Leadership expectations feel unclear"</a:t>
            </a:r>
            <a:r>
              <a:rPr lang="en-GB" dirty="0"/>
              <a:t> </a:t>
            </a:r>
            <a:r>
              <a:rPr lang="en-GB" b="1" dirty="0"/>
              <a:t>Code:</a:t>
            </a:r>
            <a:r>
              <a:rPr lang="en-GB" dirty="0"/>
              <a:t> Role Ambiguity.</a:t>
            </a:r>
          </a:p>
          <a:p>
            <a:pPr lvl="1"/>
            <a:r>
              <a:rPr lang="en-GB" i="1" dirty="0"/>
              <a:t>"Good work is not always recognised"</a:t>
            </a:r>
            <a:r>
              <a:rPr lang="en-GB" dirty="0"/>
              <a:t> </a:t>
            </a:r>
            <a:r>
              <a:rPr lang="en-GB" b="1" dirty="0"/>
              <a:t>Code:</a:t>
            </a:r>
            <a:r>
              <a:rPr lang="en-GB" dirty="0"/>
              <a:t> Lack of Recognition.</a:t>
            </a:r>
          </a:p>
          <a:p>
            <a:pPr lvl="0"/>
            <a:r>
              <a:rPr lang="en-GB" sz="2400" b="1" dirty="0"/>
              <a:t>Note:</a:t>
            </a:r>
            <a:r>
              <a:rPr lang="en-GB" sz="2400" dirty="0"/>
              <a:t> One comment can have multiple codes.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3879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C2AF-4112-6D50-201C-C9923761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Phase 3 – Generating Initial Themes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BE95D-46A7-9A51-6DA7-1C85EE2FB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sz="2400" b="1" dirty="0"/>
              <a:t>Organizing codes into groups.</a:t>
            </a:r>
            <a:endParaRPr lang="en-GB" sz="2400" dirty="0"/>
          </a:p>
          <a:p>
            <a:pPr lvl="0"/>
            <a:r>
              <a:rPr lang="en-GB" sz="2400" b="1" dirty="0"/>
              <a:t>The Task:</a:t>
            </a:r>
            <a:r>
              <a:rPr lang="en-GB" sz="2400" dirty="0"/>
              <a:t> Look at your long list of codes and cluster them into "candidate themes."</a:t>
            </a:r>
          </a:p>
          <a:p>
            <a:pPr lvl="0"/>
            <a:r>
              <a:rPr lang="en-GB" sz="2400" b="1" dirty="0"/>
              <a:t>The Transition:</a:t>
            </a:r>
            <a:endParaRPr lang="en-GB" sz="2400" dirty="0"/>
          </a:p>
          <a:p>
            <a:pPr lvl="1"/>
            <a:r>
              <a:rPr lang="en-GB" b="1" dirty="0"/>
              <a:t>Codes:</a:t>
            </a:r>
            <a:r>
              <a:rPr lang="en-GB" dirty="0"/>
              <a:t> </a:t>
            </a:r>
            <a:r>
              <a:rPr lang="en-GB" i="1" dirty="0"/>
              <a:t>Poor Timing</a:t>
            </a:r>
            <a:r>
              <a:rPr lang="en-GB" dirty="0"/>
              <a:t>, </a:t>
            </a:r>
            <a:r>
              <a:rPr lang="en-GB" i="1" dirty="0"/>
              <a:t>Lack of Transparency</a:t>
            </a:r>
            <a:r>
              <a:rPr lang="en-GB" dirty="0"/>
              <a:t>, </a:t>
            </a:r>
            <a:r>
              <a:rPr lang="en-GB" i="1" dirty="0"/>
              <a:t>Unclear Updates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Potential Theme:</a:t>
            </a:r>
            <a:r>
              <a:rPr lang="en-GB" dirty="0"/>
              <a:t> </a:t>
            </a:r>
            <a:r>
              <a:rPr lang="en-GB" b="1" dirty="0"/>
              <a:t>"Communication Gaps."</a:t>
            </a:r>
            <a:endParaRPr lang="en-GB" dirty="0"/>
          </a:p>
          <a:p>
            <a:pPr lvl="1"/>
            <a:r>
              <a:rPr lang="en-GB" b="1" dirty="0"/>
              <a:t>Codes:</a:t>
            </a:r>
            <a:r>
              <a:rPr lang="en-GB" dirty="0"/>
              <a:t> </a:t>
            </a:r>
            <a:r>
              <a:rPr lang="en-GB" i="1" dirty="0"/>
              <a:t>Inconsistent Support</a:t>
            </a:r>
            <a:r>
              <a:rPr lang="en-GB" dirty="0"/>
              <a:t>, </a:t>
            </a:r>
            <a:r>
              <a:rPr lang="en-GB" i="1" dirty="0"/>
              <a:t>Unclear Expectations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Potential Theme:</a:t>
            </a:r>
            <a:r>
              <a:rPr lang="en-GB" dirty="0"/>
              <a:t> </a:t>
            </a:r>
            <a:r>
              <a:rPr lang="en-GB" b="1" dirty="0"/>
              <a:t>"Management Consistency."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7615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F975-D3B1-5A50-8223-E73F29CC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Phase 4 – Reviewing Potential Themes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1CD0-BD59-EF46-94DB-CF60BC6BF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sz="2400" b="1" dirty="0"/>
              <a:t>Quality control.</a:t>
            </a:r>
            <a:endParaRPr lang="en-GB" sz="2400" dirty="0"/>
          </a:p>
          <a:p>
            <a:pPr lvl="0"/>
            <a:r>
              <a:rPr lang="en-GB" sz="2400" b="1" dirty="0"/>
              <a:t>The Task:</a:t>
            </a:r>
            <a:r>
              <a:rPr lang="en-GB" sz="2400" dirty="0"/>
              <a:t> Check your themes against the original data.</a:t>
            </a:r>
          </a:p>
          <a:p>
            <a:pPr lvl="0"/>
            <a:r>
              <a:rPr lang="en-GB" sz="2400" b="1" dirty="0"/>
              <a:t>Ask Two Questions:</a:t>
            </a:r>
            <a:endParaRPr lang="en-GB" sz="2400" dirty="0"/>
          </a:p>
          <a:p>
            <a:pPr lvl="1"/>
            <a:r>
              <a:rPr lang="en-GB" dirty="0"/>
              <a:t>Do the codes within a theme actually fit together? (Internal Homogeneity)</a:t>
            </a:r>
          </a:p>
          <a:p>
            <a:pPr lvl="1"/>
            <a:r>
              <a:rPr lang="en-GB" dirty="0"/>
              <a:t>Is there a clear distinction between Theme A and Theme B? (External Heterogeneity)</a:t>
            </a:r>
          </a:p>
          <a:p>
            <a:pPr lvl="0"/>
            <a:r>
              <a:rPr lang="en-GB" sz="2400" b="1" dirty="0"/>
              <a:t>Example:</a:t>
            </a:r>
            <a:r>
              <a:rPr lang="en-GB" sz="2400" dirty="0"/>
              <a:t> If "Communication Gaps" and "Management Consistency" are basically the same thing in this data, merge them.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0905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5562E-3514-D139-FC4D-0FCD5D9FB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Phase 5 – Defining and Naming Themes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4F0C8-63BE-7AA1-8F07-A91621404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sz="2400" b="1" dirty="0"/>
              <a:t>Finding the "Story."</a:t>
            </a:r>
            <a:endParaRPr lang="en-GB" sz="2400" dirty="0"/>
          </a:p>
          <a:p>
            <a:pPr lvl="0"/>
            <a:r>
              <a:rPr lang="en-GB" sz="2400" b="1" dirty="0"/>
              <a:t>The Task:</a:t>
            </a:r>
            <a:r>
              <a:rPr lang="en-GB" sz="2400" dirty="0"/>
              <a:t> Write a "scope" for each theme. What does it cover, and what does it </a:t>
            </a:r>
            <a:r>
              <a:rPr lang="en-GB" sz="2400" i="1" dirty="0"/>
              <a:t>not</a:t>
            </a:r>
            <a:r>
              <a:rPr lang="en-GB" sz="2400" dirty="0"/>
              <a:t> cover?</a:t>
            </a:r>
          </a:p>
          <a:p>
            <a:pPr lvl="0"/>
            <a:r>
              <a:rPr lang="en-GB" sz="2400" b="1" dirty="0"/>
              <a:t>Refining the Names:</a:t>
            </a:r>
            <a:r>
              <a:rPr lang="en-GB" sz="2400" dirty="0"/>
              <a:t> Move from descriptive to interpretive.</a:t>
            </a:r>
          </a:p>
          <a:p>
            <a:pPr lvl="1"/>
            <a:r>
              <a:rPr lang="en-GB" i="1" dirty="0"/>
              <a:t>Instead of:</a:t>
            </a:r>
            <a:r>
              <a:rPr lang="en-GB" dirty="0"/>
              <a:t> "Communication."</a:t>
            </a:r>
          </a:p>
          <a:p>
            <a:pPr lvl="1"/>
            <a:r>
              <a:rPr lang="en-GB" i="1" dirty="0"/>
              <a:t>Try:</a:t>
            </a:r>
            <a:r>
              <a:rPr lang="en-GB" dirty="0"/>
              <a:t> </a:t>
            </a:r>
            <a:r>
              <a:rPr lang="en-GB" b="1" dirty="0"/>
              <a:t>"The Information Void"</a:t>
            </a:r>
            <a:r>
              <a:rPr lang="en-GB" dirty="0"/>
              <a:t> (Capturing the feeling that employees are being left in the dark).</a:t>
            </a:r>
          </a:p>
          <a:p>
            <a:pPr lvl="0"/>
            <a:r>
              <a:rPr lang="en-GB" sz="2400" b="1" dirty="0"/>
              <a:t>Action:</a:t>
            </a:r>
            <a:r>
              <a:rPr lang="en-GB" sz="2400" dirty="0"/>
              <a:t> Select the most "telling" quotes from the spreadsheet to represent each theme.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7770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3199-B0B7-2585-0E52-55BA64850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Phase 6 – Producing the Report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4DCA3-7446-5611-65DD-2D3BE49C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sz="2400" b="1" dirty="0"/>
              <a:t>Linking data to decisions.</a:t>
            </a:r>
            <a:endParaRPr lang="en-GB" sz="2400" dirty="0"/>
          </a:p>
          <a:p>
            <a:pPr lvl="0"/>
            <a:r>
              <a:rPr lang="en-GB" sz="2400" b="1" dirty="0"/>
              <a:t>The Task:</a:t>
            </a:r>
            <a:r>
              <a:rPr lang="en-GB" sz="2400" dirty="0"/>
              <a:t> Tell the story of your data.</a:t>
            </a:r>
          </a:p>
          <a:p>
            <a:pPr lvl="0"/>
            <a:r>
              <a:rPr lang="en-GB" sz="2400" b="1" dirty="0"/>
              <a:t>Structure:</a:t>
            </a:r>
            <a:endParaRPr lang="en-GB" sz="2400" dirty="0"/>
          </a:p>
          <a:p>
            <a:pPr lvl="1"/>
            <a:r>
              <a:rPr lang="en-GB" b="1" dirty="0"/>
              <a:t>The Theme:</a:t>
            </a:r>
            <a:r>
              <a:rPr lang="en-GB" dirty="0"/>
              <a:t> State it clearly.</a:t>
            </a:r>
          </a:p>
          <a:p>
            <a:pPr lvl="1"/>
            <a:r>
              <a:rPr lang="en-GB" b="1" dirty="0"/>
              <a:t>The Evidence:</a:t>
            </a:r>
            <a:r>
              <a:rPr lang="en-GB" dirty="0"/>
              <a:t> Use the specific quotes (e.g., </a:t>
            </a:r>
            <a:r>
              <a:rPr lang="en-GB" i="1" dirty="0"/>
              <a:t>"Decisions are not always communicated transparently"</a:t>
            </a:r>
            <a:r>
              <a:rPr lang="en-GB" dirty="0"/>
              <a:t>).</a:t>
            </a:r>
          </a:p>
          <a:p>
            <a:pPr lvl="1"/>
            <a:r>
              <a:rPr lang="en-GB" b="1" dirty="0"/>
              <a:t>The Context:</a:t>
            </a:r>
            <a:r>
              <a:rPr lang="en-GB" dirty="0"/>
              <a:t> Relate it to the quantitative scores (e.g., why "Opinions Count" scored a 3/5).</a:t>
            </a:r>
          </a:p>
          <a:p>
            <a:pPr lvl="0"/>
            <a:r>
              <a:rPr lang="en-GB" sz="2400" b="1" dirty="0"/>
              <a:t>End Goal:</a:t>
            </a:r>
            <a:r>
              <a:rPr lang="en-GB" sz="2400" dirty="0"/>
              <a:t> Provide the organisation with actionable insights, not just a list of complaints.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9202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AD4A-9E29-94F4-DF39-BF8E2C353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conclusions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1055F-8131-61C5-2345-5B40BB6D3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Monday</a:t>
            </a:r>
          </a:p>
        </p:txBody>
      </p:sp>
    </p:spTree>
    <p:extLst>
      <p:ext uri="{BB962C8B-B14F-4D97-AF65-F5344CB8AC3E}">
        <p14:creationId xmlns:p14="http://schemas.microsoft.com/office/powerpoint/2010/main" val="83619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6102-8D76-77FE-71DF-2E8F3963A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Synthesizing the Main Themes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7733F-34A3-F220-170E-324820E3C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b="1" dirty="0"/>
              <a:t>The "Final Stretch" of your Analysis</a:t>
            </a:r>
            <a:endParaRPr lang="en-GB" dirty="0"/>
          </a:p>
          <a:p>
            <a:r>
              <a:rPr lang="en-GB" dirty="0"/>
              <a:t>You have coded your data and identified your themes. Now, you need to tell the reader what this actually means for the organisation.</a:t>
            </a:r>
          </a:p>
          <a:p>
            <a:r>
              <a:rPr lang="en-GB" b="1" dirty="0"/>
              <a:t>The Goal of your Conclusion:</a:t>
            </a:r>
            <a:endParaRPr lang="en-GB" dirty="0"/>
          </a:p>
          <a:p>
            <a:pPr lvl="0"/>
            <a:r>
              <a:rPr lang="en-GB" b="1" dirty="0"/>
              <a:t>Summarise:</a:t>
            </a:r>
            <a:r>
              <a:rPr lang="en-GB" dirty="0"/>
              <a:t> What is the "big story" in the data?</a:t>
            </a:r>
          </a:p>
          <a:p>
            <a:pPr lvl="0"/>
            <a:r>
              <a:rPr lang="en-GB" b="1" dirty="0"/>
              <a:t>Connect:</a:t>
            </a:r>
            <a:r>
              <a:rPr lang="en-GB" dirty="0"/>
              <a:t> How do the comments explain the engagement scores?</a:t>
            </a:r>
          </a:p>
          <a:p>
            <a:pPr lvl="0"/>
            <a:r>
              <a:rPr lang="en-GB" b="1" dirty="0"/>
              <a:t>Recommend:</a:t>
            </a:r>
            <a:r>
              <a:rPr lang="en-GB" dirty="0"/>
              <a:t> Based on these stories, what should the organisation change?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1871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4643-D548-BBF2-83D1-2F015ED6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Task 1 – The "Big Story"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66A2D-D50F-323D-6791-5AC7F9591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b="1" dirty="0"/>
              <a:t>Synthesizing your Themes</a:t>
            </a:r>
            <a:endParaRPr lang="en-GB" dirty="0"/>
          </a:p>
          <a:p>
            <a:r>
              <a:rPr lang="en-GB" dirty="0"/>
              <a:t>Don’t just list your themes; tell us how they interact. Use these starters to begin your concluding paragraphs:</a:t>
            </a:r>
          </a:p>
          <a:p>
            <a:pPr lvl="0"/>
            <a:r>
              <a:rPr lang="en-GB" i="1" dirty="0"/>
              <a:t>"Across the 100 comments analysed, the most pervasive pattern identified was..."</a:t>
            </a:r>
            <a:endParaRPr lang="en-GB" dirty="0"/>
          </a:p>
          <a:p>
            <a:pPr lvl="0"/>
            <a:r>
              <a:rPr lang="en-GB" i="1" dirty="0"/>
              <a:t>"While feedback varied across roles (Managers vs. Staff), a consistent narrative emerged regarding..."</a:t>
            </a:r>
            <a:endParaRPr lang="en-GB" dirty="0"/>
          </a:p>
          <a:p>
            <a:pPr lvl="0"/>
            <a:r>
              <a:rPr lang="en-GB" i="1" dirty="0"/>
              <a:t>"The thematic analysis revealed that employee engagement is heavily influenced by [Theme A] and [Theme B]."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5509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C189-3FAF-0483-E9E3-097AECDFF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Task 2 – Bridging the Gap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F6DAF-8CDB-7050-4CAC-2E9138529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b="1" dirty="0"/>
              <a:t>Connecting Stories to Numbers</a:t>
            </a:r>
            <a:endParaRPr lang="en-GB" dirty="0"/>
          </a:p>
          <a:p>
            <a:r>
              <a:rPr lang="en-GB" dirty="0"/>
              <a:t>In your spreadsheet, you have "Agree/Disagree" scores and written comments. Your job is to use the comments to explain the numbers.</a:t>
            </a:r>
          </a:p>
          <a:p>
            <a:pPr lvl="0"/>
            <a:r>
              <a:rPr lang="en-GB" i="1" dirty="0"/>
              <a:t>"The discrepancy between the high 'Role Clarity' scores and the specific comments regarding [Theme Name] suggests that..."</a:t>
            </a:r>
            <a:endParaRPr lang="en-GB" dirty="0"/>
          </a:p>
          <a:p>
            <a:pPr lvl="0"/>
            <a:r>
              <a:rPr lang="en-GB" i="1" dirty="0"/>
              <a:t>"The data suggests that the 'Agree' scores in the survey mask a deeper concern regarding..."</a:t>
            </a:r>
            <a:endParaRPr lang="en-GB" dirty="0"/>
          </a:p>
          <a:p>
            <a:pPr lvl="0"/>
            <a:r>
              <a:rPr lang="en-GB" i="1" dirty="0"/>
              <a:t>"Participant comments, such as [Insert a key quote here], indicate that the current approach to communication is perceived as..."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2988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0CF4-A03D-BA24-2319-1E594DDF4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Task 3 – The "So What?"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3A538-8030-6BF2-E73A-16B3DF5B0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b="1" dirty="0"/>
              <a:t>Interpreting the Findings</a:t>
            </a:r>
            <a:endParaRPr lang="en-GB" dirty="0"/>
          </a:p>
          <a:p>
            <a:r>
              <a:rPr lang="en-GB" dirty="0"/>
              <a:t>Go deeper. Why does this matter for the workplace culture?</a:t>
            </a:r>
          </a:p>
          <a:p>
            <a:pPr lvl="0"/>
            <a:r>
              <a:rPr lang="en-GB" i="1" dirty="0"/>
              <a:t>"The prevalence of [Theme] suggests that the underlying issue is not a lack of resources, but rather a breakdown in..."</a:t>
            </a:r>
            <a:endParaRPr lang="en-GB" dirty="0"/>
          </a:p>
          <a:p>
            <a:pPr lvl="0"/>
            <a:r>
              <a:rPr lang="en-GB" i="1" dirty="0"/>
              <a:t>"These findings imply that for employees to feel their 'opinions count,' the organization must first address..."</a:t>
            </a:r>
            <a:endParaRPr lang="en-GB" dirty="0"/>
          </a:p>
          <a:p>
            <a:pPr lvl="0"/>
            <a:r>
              <a:rPr lang="en-GB" i="1" dirty="0"/>
              <a:t>"The data indicates a tension between [Theme A] and [Theme B], which may be driving the partial completion rates seen in the data."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55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24917-33A1-FC77-9052-7B1AFFC4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Task 4 – Actionable Advice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20E81-45C6-79C9-432E-447BDB02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b="1" dirty="0"/>
              <a:t>What should the organisation do tomorrow?</a:t>
            </a:r>
            <a:endParaRPr lang="en-GB" dirty="0"/>
          </a:p>
          <a:p>
            <a:r>
              <a:rPr lang="en-GB" dirty="0"/>
              <a:t>The best qualitative research leads to change. Use these starters to frame your recommendations:</a:t>
            </a:r>
          </a:p>
          <a:p>
            <a:pPr lvl="0"/>
            <a:r>
              <a:rPr lang="en-GB" i="1" dirty="0"/>
              <a:t>"To address the 'Information Void' identified in the analysis, leadership should prioritise..."</a:t>
            </a:r>
            <a:endParaRPr lang="en-GB" dirty="0"/>
          </a:p>
          <a:p>
            <a:pPr lvl="0"/>
            <a:r>
              <a:rPr lang="en-GB" i="1" dirty="0"/>
              <a:t>"Based on the thematic finding of [Theme Name], a primary recommendation for the [Department name] department is to..."</a:t>
            </a:r>
            <a:endParaRPr lang="en-GB" dirty="0"/>
          </a:p>
          <a:p>
            <a:pPr lvl="0"/>
            <a:r>
              <a:rPr lang="en-GB" i="1" dirty="0"/>
              <a:t>"Future engagement strategies should move beyond general updates and instead focus on fostering..."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5034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CCC3-50BC-EF7D-9267-7993654F5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"Conclusion Formula"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6828C-6B49-4A12-5959-EA69EED42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b="1" dirty="0"/>
              <a:t>Stuck? Use this 4-Sentence Structure:</a:t>
            </a:r>
            <a:endParaRPr lang="en-GB" dirty="0"/>
          </a:p>
          <a:p>
            <a:pPr lvl="0"/>
            <a:r>
              <a:rPr lang="en-GB" b="1" dirty="0"/>
              <a:t>The Big Picture:</a:t>
            </a:r>
            <a:r>
              <a:rPr lang="en-GB" dirty="0"/>
              <a:t> Overall, this analysis shows that </a:t>
            </a:r>
            <a:r>
              <a:rPr lang="en-GB" b="1" dirty="0"/>
              <a:t>[Main Theme]</a:t>
            </a:r>
            <a:r>
              <a:rPr lang="en-GB" dirty="0"/>
              <a:t> is the primary driver of current sentiment.</a:t>
            </a:r>
          </a:p>
          <a:p>
            <a:pPr lvl="0"/>
            <a:r>
              <a:rPr lang="en-GB" b="1" dirty="0"/>
              <a:t>The Proof:</a:t>
            </a:r>
            <a:r>
              <a:rPr lang="en-GB" dirty="0"/>
              <a:t> This is evidenced by the high frequency of codes related to </a:t>
            </a:r>
            <a:r>
              <a:rPr lang="en-GB" b="1" dirty="0"/>
              <a:t>[Code X]</a:t>
            </a:r>
            <a:r>
              <a:rPr lang="en-GB" dirty="0"/>
              <a:t> and </a:t>
            </a:r>
            <a:r>
              <a:rPr lang="en-GB" b="1" dirty="0"/>
              <a:t>[Code Y]</a:t>
            </a:r>
            <a:r>
              <a:rPr lang="en-GB" dirty="0"/>
              <a:t>.</a:t>
            </a:r>
          </a:p>
          <a:p>
            <a:pPr lvl="0"/>
            <a:r>
              <a:rPr lang="en-GB" b="1" dirty="0"/>
              <a:t>The Meaning:</a:t>
            </a:r>
            <a:r>
              <a:rPr lang="en-GB" dirty="0"/>
              <a:t> This suggests that employees feel </a:t>
            </a:r>
            <a:r>
              <a:rPr lang="en-GB" b="1" dirty="0"/>
              <a:t>[Interpret the feeling—e.g., undervalued or disconnected]</a:t>
            </a:r>
            <a:r>
              <a:rPr lang="en-GB" dirty="0"/>
              <a:t>.</a:t>
            </a:r>
          </a:p>
          <a:p>
            <a:pPr lvl="0"/>
            <a:r>
              <a:rPr lang="en-GB" b="1" dirty="0"/>
              <a:t>The Action:</a:t>
            </a:r>
            <a:r>
              <a:rPr lang="en-GB" dirty="0"/>
              <a:t> Therefore, the department should focus on </a:t>
            </a:r>
            <a:r>
              <a:rPr lang="en-GB" b="1" dirty="0"/>
              <a:t>[Specific Action]</a:t>
            </a:r>
            <a:r>
              <a:rPr lang="en-GB" dirty="0"/>
              <a:t> to improve future engagement.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4838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2BE4-70A1-079B-1930-5A10720C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Checklist for a Strong 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37459-008D-4C79-8BE2-ED610974D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[ ] Did I mention at least two of my key themes?</a:t>
            </a:r>
          </a:p>
          <a:p>
            <a:pPr lvl="0"/>
            <a:r>
              <a:rPr lang="en-GB" dirty="0"/>
              <a:t>[ ] Did I use a specific quote from the spreadsheet to back up my point?</a:t>
            </a:r>
          </a:p>
          <a:p>
            <a:pPr lvl="0"/>
            <a:r>
              <a:rPr lang="en-GB" dirty="0"/>
              <a:t>[ ] Did I explain </a:t>
            </a:r>
            <a:r>
              <a:rPr lang="en-GB" i="1" dirty="0"/>
              <a:t>why</a:t>
            </a:r>
            <a:r>
              <a:rPr lang="en-GB" dirty="0"/>
              <a:t> these themes are appearing (the "underlying cause")?</a:t>
            </a:r>
          </a:p>
          <a:p>
            <a:pPr lvl="0"/>
            <a:r>
              <a:rPr lang="en-GB" dirty="0"/>
              <a:t>[ ] Did I offer a solution that HR could actually implement?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3421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A566188-DA61-435D-B7D6-F237748F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CDD208-D64E-4053-BB7E-A9CF89D1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2E01F8-7E38-1994-1617-FDDBBB3F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67" y="863364"/>
            <a:ext cx="6657476" cy="5126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1">
                <a:solidFill>
                  <a:srgbClr val="FFFFFF"/>
                </a:solidFill>
              </a:rPr>
              <a:t>Thursday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280A-4BA1-3E23-67F0-56CDFB955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52941" y="863364"/>
            <a:ext cx="3082986" cy="51204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000">
              <a:solidFill>
                <a:srgbClr val="00000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3C2A17-5343-41E9-BE0B-BFA49AFA1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61243" y="2054826"/>
            <a:ext cx="0" cy="2743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3945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5F51-1C64-44FF-7BE9-CC07BD55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Pair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36E7E-F7AB-E9A3-1A89-4ACF13734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5026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93C6D-DF49-F5EF-692D-7F6F315E3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MediHealth app feedback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C49DA-550C-14B3-2656-E0F95EDB4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In a pair, analyse the data from </a:t>
            </a:r>
            <a:r>
              <a:rPr lang="en-GB" dirty="0" err="1"/>
              <a:t>MediHeath</a:t>
            </a:r>
            <a:endParaRPr lang="en-GB" dirty="0"/>
          </a:p>
          <a:p>
            <a:pPr marL="45720" indent="0">
              <a:buNone/>
            </a:pPr>
            <a:r>
              <a:rPr lang="en-GB" dirty="0"/>
              <a:t>Remember to look at all the questions.</a:t>
            </a:r>
          </a:p>
          <a:p>
            <a:pPr marL="45720" indent="0">
              <a:buNone/>
            </a:pPr>
            <a:r>
              <a:rPr lang="en-GB" dirty="0"/>
              <a:t>Use the detail from the conclusions section from Monday to help with the final conclusions.</a:t>
            </a:r>
          </a:p>
          <a:p>
            <a:pPr marL="45720" indent="0">
              <a:buNone/>
            </a:pPr>
            <a:r>
              <a:rPr lang="en-GB" dirty="0"/>
              <a:t>Upload to Teams</a:t>
            </a:r>
          </a:p>
        </p:txBody>
      </p:sp>
    </p:spTree>
    <p:extLst>
      <p:ext uri="{BB962C8B-B14F-4D97-AF65-F5344CB8AC3E}">
        <p14:creationId xmlns:p14="http://schemas.microsoft.com/office/powerpoint/2010/main" val="27240121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DF43-BD3E-5662-AB9E-52850C20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Individual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F254D-1A2A-7DCD-837D-3FB4174A4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4469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DC24-DCE5-9D5E-95E7-2433117A9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Analyse one of your sets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5A9A1-58B5-8E69-0467-7D13E2014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the survey sets you generated last week, analyse and write a conclusion.</a:t>
            </a:r>
          </a:p>
          <a:p>
            <a:r>
              <a:rPr lang="en-GB" dirty="0"/>
              <a:t>Upload </a:t>
            </a:r>
            <a:r>
              <a:rPr lang="en-GB"/>
              <a:t>to Teams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91449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A566188-DA61-435D-B7D6-F237748F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CDD208-D64E-4053-BB7E-A9CF89D1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5BC6B-D8B7-C409-877D-80E361E23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67" y="863364"/>
            <a:ext cx="6657476" cy="5126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1">
                <a:solidFill>
                  <a:srgbClr val="FFFFFF"/>
                </a:solidFill>
              </a:rPr>
              <a:t>Friday Feedback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52E19-F996-9873-AFA5-E1DCB1274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52941" y="863364"/>
            <a:ext cx="3082986" cy="51204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000">
              <a:solidFill>
                <a:srgbClr val="00000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3C2A17-5343-41E9-BE0B-BFA49AFA1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61243" y="2054826"/>
            <a:ext cx="0" cy="2743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18059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A823A94A682446A64E15123F83B28F" ma:contentTypeVersion="11" ma:contentTypeDescription="Create a new document." ma:contentTypeScope="" ma:versionID="468e2c3e5a770857ccfc34ae05fea365">
  <xsd:schema xmlns:xsd="http://www.w3.org/2001/XMLSchema" xmlns:xs="http://www.w3.org/2001/XMLSchema" xmlns:p="http://schemas.microsoft.com/office/2006/metadata/properties" xmlns:ns2="394206b4-87cd-4388-9bd3-e6bc52efc020" xmlns:ns3="50035459-c5cf-4f6f-a166-fa03f4e82aff" targetNamespace="http://schemas.microsoft.com/office/2006/metadata/properties" ma:root="true" ma:fieldsID="c63d7f9a51a94b75c1701171cd2086e6" ns2:_="" ns3:_="">
    <xsd:import namespace="394206b4-87cd-4388-9bd3-e6bc52efc020"/>
    <xsd:import namespace="50035459-c5cf-4f6f-a166-fa03f4e82a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206b4-87cd-4388-9bd3-e6bc52efc0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f340f6-9348-45dc-904a-245f8bd5e6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035459-c5cf-4f6f-a166-fa03f4e82af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ebdc5f6-e9c4-41fe-abde-897ff18e2c31}" ma:internalName="TaxCatchAll" ma:showField="CatchAllData" ma:web="50035459-c5cf-4f6f-a166-fa03f4e82a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4206b4-87cd-4388-9bd3-e6bc52efc020">
      <Terms xmlns="http://schemas.microsoft.com/office/infopath/2007/PartnerControls"/>
    </lcf76f155ced4ddcb4097134ff3c332f>
    <TaxCatchAll xmlns="50035459-c5cf-4f6f-a166-fa03f4e82aff" xsi:nil="true"/>
  </documentManagement>
</p:properties>
</file>

<file path=customXml/itemProps1.xml><?xml version="1.0" encoding="utf-8"?>
<ds:datastoreItem xmlns:ds="http://schemas.openxmlformats.org/officeDocument/2006/customXml" ds:itemID="{36E96C37-5092-487F-9F80-CAB5DB17EB9A}"/>
</file>

<file path=customXml/itemProps2.xml><?xml version="1.0" encoding="utf-8"?>
<ds:datastoreItem xmlns:ds="http://schemas.openxmlformats.org/officeDocument/2006/customXml" ds:itemID="{3A255FAC-25B5-44B6-96F0-8B625DC0C286}"/>
</file>

<file path=customXml/itemProps3.xml><?xml version="1.0" encoding="utf-8"?>
<ds:datastoreItem xmlns:ds="http://schemas.openxmlformats.org/officeDocument/2006/customXml" ds:itemID="{0EC7BA53-5416-4398-88A1-0C96B83278AB}"/>
</file>

<file path=docProps/app.xml><?xml version="1.0" encoding="utf-8"?>
<Properties xmlns="http://schemas.openxmlformats.org/officeDocument/2006/extended-properties" xmlns:vt="http://schemas.openxmlformats.org/officeDocument/2006/docPropsVTypes">
  <Template>DPDD OS Week 13</Template>
  <TotalTime>210</TotalTime>
  <Words>2096</Words>
  <Application>Microsoft Office PowerPoint</Application>
  <PresentationFormat>Widescreen</PresentationFormat>
  <Paragraphs>259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Arial</vt:lpstr>
      <vt:lpstr>Corbel</vt:lpstr>
      <vt:lpstr>Segoe UI</vt:lpstr>
      <vt:lpstr>Basis</vt:lpstr>
      <vt:lpstr>Processing and Analysing Data</vt:lpstr>
      <vt:lpstr>Learning outcomes</vt:lpstr>
      <vt:lpstr>First Impressions</vt:lpstr>
      <vt:lpstr>What Is Quantitative Data?</vt:lpstr>
      <vt:lpstr>Likert Scales</vt:lpstr>
      <vt:lpstr>Distributions </vt:lpstr>
      <vt:lpstr>Dataset Overview </vt:lpstr>
      <vt:lpstr>Frequency Tables</vt:lpstr>
      <vt:lpstr>Build a Frequency Table</vt:lpstr>
      <vt:lpstr>Top‑2 and Bottom‑2</vt:lpstr>
      <vt:lpstr>Weighting rules</vt:lpstr>
      <vt:lpstr>Pivot table</vt:lpstr>
      <vt:lpstr>Average Score by Department</vt:lpstr>
      <vt:lpstr>Average Score by Role</vt:lpstr>
      <vt:lpstr>Bringing It Together (Synthesis)</vt:lpstr>
      <vt:lpstr>Quantitative analysis in Excel</vt:lpstr>
      <vt:lpstr>Qualitative Data</vt:lpstr>
      <vt:lpstr>Thematic analysis using Braun &amp; Clarke</vt:lpstr>
      <vt:lpstr>Introduction to Thematic Analysis</vt:lpstr>
      <vt:lpstr>PowerPoint Presentation</vt:lpstr>
      <vt:lpstr>Phase 1 – Familiarisation</vt:lpstr>
      <vt:lpstr>Phase 2 – Coding</vt:lpstr>
      <vt:lpstr>Phase 3 – Generating Initial Themes</vt:lpstr>
      <vt:lpstr>Phase 4 – Reviewing Potential Themes</vt:lpstr>
      <vt:lpstr>Phase 5 – Defining and Naming Themes</vt:lpstr>
      <vt:lpstr>Phase 6 – Producing the Report</vt:lpstr>
      <vt:lpstr>Writing conclusions</vt:lpstr>
      <vt:lpstr>Synthesizing the Main Themes</vt:lpstr>
      <vt:lpstr>Task 1 – The "Big Story"</vt:lpstr>
      <vt:lpstr>Task 2 – Bridging the Gap</vt:lpstr>
      <vt:lpstr>Task 3 – The "So What?"</vt:lpstr>
      <vt:lpstr>Task 4 – Actionable Advice</vt:lpstr>
      <vt:lpstr>The "Conclusion Formula"</vt:lpstr>
      <vt:lpstr>Checklist for a Strong Conclusion</vt:lpstr>
      <vt:lpstr>Thursday Project</vt:lpstr>
      <vt:lpstr>Pair Analysis</vt:lpstr>
      <vt:lpstr>MediHealth app feedback analysis</vt:lpstr>
      <vt:lpstr>Individual Analysis</vt:lpstr>
      <vt:lpstr>Analyse one of your sets </vt:lpstr>
      <vt:lpstr>Friday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Kirsten Hollister</cp:lastModifiedBy>
  <cp:revision>2</cp:revision>
  <dcterms:created xsi:type="dcterms:W3CDTF">2026-01-17T07:20:48Z</dcterms:created>
  <dcterms:modified xsi:type="dcterms:W3CDTF">2026-01-18T18:11:43Z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0x0101000DA823A94A682446A64E15123F83B28F</vt:lpwstr>
  </property>
</Properties>
</file>